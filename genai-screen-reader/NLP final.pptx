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8"/>
  </p:notesMasterIdLst>
  <p:sldIdLst>
    <p:sldId id="269" r:id="rId2"/>
    <p:sldId id="270" r:id="rId3"/>
    <p:sldId id="299" r:id="rId4"/>
    <p:sldId id="301" r:id="rId5"/>
    <p:sldId id="258" r:id="rId6"/>
    <p:sldId id="259" r:id="rId7"/>
    <p:sldId id="302" r:id="rId8"/>
    <p:sldId id="260" r:id="rId9"/>
    <p:sldId id="261" r:id="rId10"/>
    <p:sldId id="262" r:id="rId11"/>
    <p:sldId id="263" r:id="rId12"/>
    <p:sldId id="264" r:id="rId13"/>
    <p:sldId id="265" r:id="rId14"/>
    <p:sldId id="266" r:id="rId15"/>
    <p:sldId id="267" r:id="rId16"/>
    <p:sldId id="26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2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63ADDB-79C2-47FF-859D-6C3A3AAEB47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3BD4B0-292A-4B4A-8E1C-AA0F6B260060}">
      <dgm:prSet/>
      <dgm:spPr/>
      <dgm:t>
        <a:bodyPr/>
        <a:lstStyle/>
        <a:p>
          <a:r>
            <a:rPr lang="en-US"/>
            <a:t>• Traditional screen readers read everything including ads, menus, and clutter.</a:t>
          </a:r>
        </a:p>
      </dgm:t>
    </dgm:pt>
    <dgm:pt modelId="{612D4F24-6B24-4950-8923-735A9E5903F1}" type="parTrans" cxnId="{0D792F90-23D7-46A6-AE0D-4970707D8A72}">
      <dgm:prSet/>
      <dgm:spPr/>
      <dgm:t>
        <a:bodyPr/>
        <a:lstStyle/>
        <a:p>
          <a:endParaRPr lang="en-US"/>
        </a:p>
      </dgm:t>
    </dgm:pt>
    <dgm:pt modelId="{77BC12B4-56F4-4DCD-9535-C330269E8B7B}" type="sibTrans" cxnId="{0D792F90-23D7-46A6-AE0D-4970707D8A72}">
      <dgm:prSet/>
      <dgm:spPr/>
      <dgm:t>
        <a:bodyPr/>
        <a:lstStyle/>
        <a:p>
          <a:endParaRPr lang="en-US"/>
        </a:p>
      </dgm:t>
    </dgm:pt>
    <dgm:pt modelId="{40B95996-C5BD-455F-B4D5-01481B1295FD}">
      <dgm:prSet/>
      <dgm:spPr/>
      <dgm:t>
        <a:bodyPr/>
        <a:lstStyle/>
        <a:p>
          <a:r>
            <a:rPr lang="en-US"/>
            <a:t>• Users get overwhelmed, especially visually impaired users.</a:t>
          </a:r>
        </a:p>
      </dgm:t>
    </dgm:pt>
    <dgm:pt modelId="{8AE8CCB6-D6D0-46F5-A150-D27AADDE99CC}" type="parTrans" cxnId="{4E7D7B78-921B-41AA-97F3-383177AF7CA0}">
      <dgm:prSet/>
      <dgm:spPr/>
      <dgm:t>
        <a:bodyPr/>
        <a:lstStyle/>
        <a:p>
          <a:endParaRPr lang="en-US"/>
        </a:p>
      </dgm:t>
    </dgm:pt>
    <dgm:pt modelId="{542D4512-3A69-498A-87B9-D7CB4255144D}" type="sibTrans" cxnId="{4E7D7B78-921B-41AA-97F3-383177AF7CA0}">
      <dgm:prSet/>
      <dgm:spPr/>
      <dgm:t>
        <a:bodyPr/>
        <a:lstStyle/>
        <a:p>
          <a:endParaRPr lang="en-US"/>
        </a:p>
      </dgm:t>
    </dgm:pt>
    <dgm:pt modelId="{F2EE34B8-777D-4C86-A931-9E698B520865}">
      <dgm:prSet/>
      <dgm:spPr/>
      <dgm:t>
        <a:bodyPr/>
        <a:lstStyle/>
        <a:p>
          <a:r>
            <a:rPr lang="en-US"/>
            <a:t>• Many product websites use text inside images.</a:t>
          </a:r>
        </a:p>
      </dgm:t>
    </dgm:pt>
    <dgm:pt modelId="{EBC7359C-EAC9-48B0-BD05-01ABA0C81337}" type="parTrans" cxnId="{2C9B7F71-00E3-4F9B-885A-24DF06FF16E1}">
      <dgm:prSet/>
      <dgm:spPr/>
      <dgm:t>
        <a:bodyPr/>
        <a:lstStyle/>
        <a:p>
          <a:endParaRPr lang="en-US"/>
        </a:p>
      </dgm:t>
    </dgm:pt>
    <dgm:pt modelId="{2E6A3FCD-CFCC-4381-9E4E-3A050C25B0FC}" type="sibTrans" cxnId="{2C9B7F71-00E3-4F9B-885A-24DF06FF16E1}">
      <dgm:prSet/>
      <dgm:spPr/>
      <dgm:t>
        <a:bodyPr/>
        <a:lstStyle/>
        <a:p>
          <a:endParaRPr lang="en-US"/>
        </a:p>
      </dgm:t>
    </dgm:pt>
    <dgm:pt modelId="{0CF646B9-BA5C-433B-8600-56A7DCA09AEE}">
      <dgm:prSet/>
      <dgm:spPr/>
      <dgm:t>
        <a:bodyPr/>
        <a:lstStyle/>
        <a:p>
          <a:r>
            <a:rPr lang="en-US"/>
            <a:t>• Our solution: AI-powered intelligent reading and navigation.</a:t>
          </a:r>
        </a:p>
      </dgm:t>
    </dgm:pt>
    <dgm:pt modelId="{27489CA1-FBE6-4228-B658-22B2C3A0B083}" type="parTrans" cxnId="{13966D84-4964-4654-A85D-D79F3173399D}">
      <dgm:prSet/>
      <dgm:spPr/>
      <dgm:t>
        <a:bodyPr/>
        <a:lstStyle/>
        <a:p>
          <a:endParaRPr lang="en-US"/>
        </a:p>
      </dgm:t>
    </dgm:pt>
    <dgm:pt modelId="{5E56ABE5-AFA5-48EB-B129-50551DB77B39}" type="sibTrans" cxnId="{13966D84-4964-4654-A85D-D79F3173399D}">
      <dgm:prSet/>
      <dgm:spPr/>
      <dgm:t>
        <a:bodyPr/>
        <a:lstStyle/>
        <a:p>
          <a:endParaRPr lang="en-US"/>
        </a:p>
      </dgm:t>
    </dgm:pt>
    <dgm:pt modelId="{D3FB1CA1-C08E-47EB-A54C-8B64A1D591A8}" type="pres">
      <dgm:prSet presAssocID="{C763ADDB-79C2-47FF-859D-6C3A3AAEB477}" presName="root" presStyleCnt="0">
        <dgm:presLayoutVars>
          <dgm:dir/>
          <dgm:resizeHandles val="exact"/>
        </dgm:presLayoutVars>
      </dgm:prSet>
      <dgm:spPr/>
    </dgm:pt>
    <dgm:pt modelId="{62F5C0D9-FB7E-4DCB-B15B-8C10C849C4DF}" type="pres">
      <dgm:prSet presAssocID="{6D3BD4B0-292A-4B4A-8E1C-AA0F6B260060}" presName="compNode" presStyleCnt="0"/>
      <dgm:spPr/>
    </dgm:pt>
    <dgm:pt modelId="{6FBD0B87-E0D0-4270-9F9C-DE36E03E8548}" type="pres">
      <dgm:prSet presAssocID="{6D3BD4B0-292A-4B4A-8E1C-AA0F6B260060}" presName="bgRect" presStyleLbl="bgShp" presStyleIdx="0" presStyleCnt="4"/>
      <dgm:spPr/>
    </dgm:pt>
    <dgm:pt modelId="{3B15DAA4-5AFF-4946-9E1E-8A785597738B}" type="pres">
      <dgm:prSet presAssocID="{6D3BD4B0-292A-4B4A-8E1C-AA0F6B26006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F22F26F3-EB67-4CF0-947A-8C24AE8FEC92}" type="pres">
      <dgm:prSet presAssocID="{6D3BD4B0-292A-4B4A-8E1C-AA0F6B260060}" presName="spaceRect" presStyleCnt="0"/>
      <dgm:spPr/>
    </dgm:pt>
    <dgm:pt modelId="{92C25587-D495-4E0F-9181-B4833003723E}" type="pres">
      <dgm:prSet presAssocID="{6D3BD4B0-292A-4B4A-8E1C-AA0F6B260060}" presName="parTx" presStyleLbl="revTx" presStyleIdx="0" presStyleCnt="4">
        <dgm:presLayoutVars>
          <dgm:chMax val="0"/>
          <dgm:chPref val="0"/>
        </dgm:presLayoutVars>
      </dgm:prSet>
      <dgm:spPr/>
    </dgm:pt>
    <dgm:pt modelId="{093D48E8-38E0-4FEA-860E-C5CD3CD482F3}" type="pres">
      <dgm:prSet presAssocID="{77BC12B4-56F4-4DCD-9535-C330269E8B7B}" presName="sibTrans" presStyleCnt="0"/>
      <dgm:spPr/>
    </dgm:pt>
    <dgm:pt modelId="{90652317-F64D-4625-86BC-466E82E78581}" type="pres">
      <dgm:prSet presAssocID="{40B95996-C5BD-455F-B4D5-01481B1295FD}" presName="compNode" presStyleCnt="0"/>
      <dgm:spPr/>
    </dgm:pt>
    <dgm:pt modelId="{A9666AB0-7E64-4898-9269-133F218947A4}" type="pres">
      <dgm:prSet presAssocID="{40B95996-C5BD-455F-B4D5-01481B1295FD}" presName="bgRect" presStyleLbl="bgShp" presStyleIdx="1" presStyleCnt="4"/>
      <dgm:spPr/>
    </dgm:pt>
    <dgm:pt modelId="{FF306BD5-6A77-4871-A6C5-EE192A01CC04}" type="pres">
      <dgm:prSet presAssocID="{40B95996-C5BD-455F-B4D5-01481B1295F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lle"/>
        </a:ext>
      </dgm:extLst>
    </dgm:pt>
    <dgm:pt modelId="{86B72844-32F0-4064-AC71-5F905104353F}" type="pres">
      <dgm:prSet presAssocID="{40B95996-C5BD-455F-B4D5-01481B1295FD}" presName="spaceRect" presStyleCnt="0"/>
      <dgm:spPr/>
    </dgm:pt>
    <dgm:pt modelId="{D87A4B9D-02B2-4169-829C-ABDF8DF602F7}" type="pres">
      <dgm:prSet presAssocID="{40B95996-C5BD-455F-B4D5-01481B1295FD}" presName="parTx" presStyleLbl="revTx" presStyleIdx="1" presStyleCnt="4">
        <dgm:presLayoutVars>
          <dgm:chMax val="0"/>
          <dgm:chPref val="0"/>
        </dgm:presLayoutVars>
      </dgm:prSet>
      <dgm:spPr/>
    </dgm:pt>
    <dgm:pt modelId="{561B9698-E02E-4771-A7BB-DD9F51594457}" type="pres">
      <dgm:prSet presAssocID="{542D4512-3A69-498A-87B9-D7CB4255144D}" presName="sibTrans" presStyleCnt="0"/>
      <dgm:spPr/>
    </dgm:pt>
    <dgm:pt modelId="{D9136CBA-FDB9-4E41-A1E7-35AD812D281F}" type="pres">
      <dgm:prSet presAssocID="{F2EE34B8-777D-4C86-A931-9E698B520865}" presName="compNode" presStyleCnt="0"/>
      <dgm:spPr/>
    </dgm:pt>
    <dgm:pt modelId="{A6470850-58F6-44A4-8F40-2AD18E939A02}" type="pres">
      <dgm:prSet presAssocID="{F2EE34B8-777D-4C86-A931-9E698B520865}" presName="bgRect" presStyleLbl="bgShp" presStyleIdx="2" presStyleCnt="4"/>
      <dgm:spPr/>
    </dgm:pt>
    <dgm:pt modelId="{5F716429-C9AC-4092-940C-5E3C08DBF28C}" type="pres">
      <dgm:prSet presAssocID="{F2EE34B8-777D-4C86-A931-9E698B52086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E67C2D11-8BA4-421D-974D-6549E00708C5}" type="pres">
      <dgm:prSet presAssocID="{F2EE34B8-777D-4C86-A931-9E698B520865}" presName="spaceRect" presStyleCnt="0"/>
      <dgm:spPr/>
    </dgm:pt>
    <dgm:pt modelId="{EC795EF7-8A29-4EDA-8D27-906A2909D928}" type="pres">
      <dgm:prSet presAssocID="{F2EE34B8-777D-4C86-A931-9E698B520865}" presName="parTx" presStyleLbl="revTx" presStyleIdx="2" presStyleCnt="4">
        <dgm:presLayoutVars>
          <dgm:chMax val="0"/>
          <dgm:chPref val="0"/>
        </dgm:presLayoutVars>
      </dgm:prSet>
      <dgm:spPr/>
    </dgm:pt>
    <dgm:pt modelId="{03C5BEB9-AA92-4390-86C3-D6F8FB48B39D}" type="pres">
      <dgm:prSet presAssocID="{2E6A3FCD-CFCC-4381-9E4E-3A050C25B0FC}" presName="sibTrans" presStyleCnt="0"/>
      <dgm:spPr/>
    </dgm:pt>
    <dgm:pt modelId="{F0E3503E-1C0F-41A3-BBE2-689096C57F94}" type="pres">
      <dgm:prSet presAssocID="{0CF646B9-BA5C-433B-8600-56A7DCA09AEE}" presName="compNode" presStyleCnt="0"/>
      <dgm:spPr/>
    </dgm:pt>
    <dgm:pt modelId="{57333111-E106-41C2-9190-D0E8A943763C}" type="pres">
      <dgm:prSet presAssocID="{0CF646B9-BA5C-433B-8600-56A7DCA09AEE}" presName="bgRect" presStyleLbl="bgShp" presStyleIdx="3" presStyleCnt="4"/>
      <dgm:spPr/>
    </dgm:pt>
    <dgm:pt modelId="{600600A1-491E-4D15-A064-322D155ACCF2}" type="pres">
      <dgm:prSet presAssocID="{0CF646B9-BA5C-433B-8600-56A7DCA09AE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C3B19F30-4B25-4B4B-90A7-3D27464D0F26}" type="pres">
      <dgm:prSet presAssocID="{0CF646B9-BA5C-433B-8600-56A7DCA09AEE}" presName="spaceRect" presStyleCnt="0"/>
      <dgm:spPr/>
    </dgm:pt>
    <dgm:pt modelId="{117377FF-42CE-4073-864D-65054858C67D}" type="pres">
      <dgm:prSet presAssocID="{0CF646B9-BA5C-433B-8600-56A7DCA09AEE}" presName="parTx" presStyleLbl="revTx" presStyleIdx="3" presStyleCnt="4">
        <dgm:presLayoutVars>
          <dgm:chMax val="0"/>
          <dgm:chPref val="0"/>
        </dgm:presLayoutVars>
      </dgm:prSet>
      <dgm:spPr/>
    </dgm:pt>
  </dgm:ptLst>
  <dgm:cxnLst>
    <dgm:cxn modelId="{2C9B7F71-00E3-4F9B-885A-24DF06FF16E1}" srcId="{C763ADDB-79C2-47FF-859D-6C3A3AAEB477}" destId="{F2EE34B8-777D-4C86-A931-9E698B520865}" srcOrd="2" destOrd="0" parTransId="{EBC7359C-EAC9-48B0-BD05-01ABA0C81337}" sibTransId="{2E6A3FCD-CFCC-4381-9E4E-3A050C25B0FC}"/>
    <dgm:cxn modelId="{DB58BD76-4F60-466C-AD0D-DD6105D6CEF4}" type="presOf" srcId="{C763ADDB-79C2-47FF-859D-6C3A3AAEB477}" destId="{D3FB1CA1-C08E-47EB-A54C-8B64A1D591A8}" srcOrd="0" destOrd="0" presId="urn:microsoft.com/office/officeart/2018/2/layout/IconVerticalSolidList"/>
    <dgm:cxn modelId="{4E7D7B78-921B-41AA-97F3-383177AF7CA0}" srcId="{C763ADDB-79C2-47FF-859D-6C3A3AAEB477}" destId="{40B95996-C5BD-455F-B4D5-01481B1295FD}" srcOrd="1" destOrd="0" parTransId="{8AE8CCB6-D6D0-46F5-A150-D27AADDE99CC}" sibTransId="{542D4512-3A69-498A-87B9-D7CB4255144D}"/>
    <dgm:cxn modelId="{13966D84-4964-4654-A85D-D79F3173399D}" srcId="{C763ADDB-79C2-47FF-859D-6C3A3AAEB477}" destId="{0CF646B9-BA5C-433B-8600-56A7DCA09AEE}" srcOrd="3" destOrd="0" parTransId="{27489CA1-FBE6-4228-B658-22B2C3A0B083}" sibTransId="{5E56ABE5-AFA5-48EB-B129-50551DB77B39}"/>
    <dgm:cxn modelId="{0D792F90-23D7-46A6-AE0D-4970707D8A72}" srcId="{C763ADDB-79C2-47FF-859D-6C3A3AAEB477}" destId="{6D3BD4B0-292A-4B4A-8E1C-AA0F6B260060}" srcOrd="0" destOrd="0" parTransId="{612D4F24-6B24-4950-8923-735A9E5903F1}" sibTransId="{77BC12B4-56F4-4DCD-9535-C330269E8B7B}"/>
    <dgm:cxn modelId="{FC846599-CDEC-4431-875D-CF220FD2DEBE}" type="presOf" srcId="{F2EE34B8-777D-4C86-A931-9E698B520865}" destId="{EC795EF7-8A29-4EDA-8D27-906A2909D928}" srcOrd="0" destOrd="0" presId="urn:microsoft.com/office/officeart/2018/2/layout/IconVerticalSolidList"/>
    <dgm:cxn modelId="{CBC62DB2-90A2-40F2-9BEF-3EAFF5A530FB}" type="presOf" srcId="{6D3BD4B0-292A-4B4A-8E1C-AA0F6B260060}" destId="{92C25587-D495-4E0F-9181-B4833003723E}" srcOrd="0" destOrd="0" presId="urn:microsoft.com/office/officeart/2018/2/layout/IconVerticalSolidList"/>
    <dgm:cxn modelId="{A3A31AD1-DED3-44C7-A419-425AEC6BF268}" type="presOf" srcId="{40B95996-C5BD-455F-B4D5-01481B1295FD}" destId="{D87A4B9D-02B2-4169-829C-ABDF8DF602F7}" srcOrd="0" destOrd="0" presId="urn:microsoft.com/office/officeart/2018/2/layout/IconVerticalSolidList"/>
    <dgm:cxn modelId="{C52B4AE2-86E2-4B1C-B925-458DE628C0A6}" type="presOf" srcId="{0CF646B9-BA5C-433B-8600-56A7DCA09AEE}" destId="{117377FF-42CE-4073-864D-65054858C67D}" srcOrd="0" destOrd="0" presId="urn:microsoft.com/office/officeart/2018/2/layout/IconVerticalSolidList"/>
    <dgm:cxn modelId="{1DF14972-C708-449B-A49D-85574FC6097E}" type="presParOf" srcId="{D3FB1CA1-C08E-47EB-A54C-8B64A1D591A8}" destId="{62F5C0D9-FB7E-4DCB-B15B-8C10C849C4DF}" srcOrd="0" destOrd="0" presId="urn:microsoft.com/office/officeart/2018/2/layout/IconVerticalSolidList"/>
    <dgm:cxn modelId="{9C18D6B7-84C6-40CA-8171-986682602670}" type="presParOf" srcId="{62F5C0D9-FB7E-4DCB-B15B-8C10C849C4DF}" destId="{6FBD0B87-E0D0-4270-9F9C-DE36E03E8548}" srcOrd="0" destOrd="0" presId="urn:microsoft.com/office/officeart/2018/2/layout/IconVerticalSolidList"/>
    <dgm:cxn modelId="{0917E6D2-3814-4BC6-9062-0BA90BC5B195}" type="presParOf" srcId="{62F5C0D9-FB7E-4DCB-B15B-8C10C849C4DF}" destId="{3B15DAA4-5AFF-4946-9E1E-8A785597738B}" srcOrd="1" destOrd="0" presId="urn:microsoft.com/office/officeart/2018/2/layout/IconVerticalSolidList"/>
    <dgm:cxn modelId="{5791916E-433E-4B3E-ABA1-CC2471626CAE}" type="presParOf" srcId="{62F5C0D9-FB7E-4DCB-B15B-8C10C849C4DF}" destId="{F22F26F3-EB67-4CF0-947A-8C24AE8FEC92}" srcOrd="2" destOrd="0" presId="urn:microsoft.com/office/officeart/2018/2/layout/IconVerticalSolidList"/>
    <dgm:cxn modelId="{ED90EF57-044F-40D4-B5BA-A0E109D9C478}" type="presParOf" srcId="{62F5C0D9-FB7E-4DCB-B15B-8C10C849C4DF}" destId="{92C25587-D495-4E0F-9181-B4833003723E}" srcOrd="3" destOrd="0" presId="urn:microsoft.com/office/officeart/2018/2/layout/IconVerticalSolidList"/>
    <dgm:cxn modelId="{1C3F0A47-545A-4D5C-B411-89943660C6B8}" type="presParOf" srcId="{D3FB1CA1-C08E-47EB-A54C-8B64A1D591A8}" destId="{093D48E8-38E0-4FEA-860E-C5CD3CD482F3}" srcOrd="1" destOrd="0" presId="urn:microsoft.com/office/officeart/2018/2/layout/IconVerticalSolidList"/>
    <dgm:cxn modelId="{C9AD7411-A967-4BC1-BB27-FA00A2AC9D64}" type="presParOf" srcId="{D3FB1CA1-C08E-47EB-A54C-8B64A1D591A8}" destId="{90652317-F64D-4625-86BC-466E82E78581}" srcOrd="2" destOrd="0" presId="urn:microsoft.com/office/officeart/2018/2/layout/IconVerticalSolidList"/>
    <dgm:cxn modelId="{A1BA7F76-9AF1-4B5C-8E39-72F7354FF187}" type="presParOf" srcId="{90652317-F64D-4625-86BC-466E82E78581}" destId="{A9666AB0-7E64-4898-9269-133F218947A4}" srcOrd="0" destOrd="0" presId="urn:microsoft.com/office/officeart/2018/2/layout/IconVerticalSolidList"/>
    <dgm:cxn modelId="{79251947-ECF9-4FD1-8218-DBAE9F91EFD2}" type="presParOf" srcId="{90652317-F64D-4625-86BC-466E82E78581}" destId="{FF306BD5-6A77-4871-A6C5-EE192A01CC04}" srcOrd="1" destOrd="0" presId="urn:microsoft.com/office/officeart/2018/2/layout/IconVerticalSolidList"/>
    <dgm:cxn modelId="{9A871BC5-C8EE-47C6-9217-3C7C8FB85026}" type="presParOf" srcId="{90652317-F64D-4625-86BC-466E82E78581}" destId="{86B72844-32F0-4064-AC71-5F905104353F}" srcOrd="2" destOrd="0" presId="urn:microsoft.com/office/officeart/2018/2/layout/IconVerticalSolidList"/>
    <dgm:cxn modelId="{DC7DA775-2A7F-4210-9845-95E96DED0CAB}" type="presParOf" srcId="{90652317-F64D-4625-86BC-466E82E78581}" destId="{D87A4B9D-02B2-4169-829C-ABDF8DF602F7}" srcOrd="3" destOrd="0" presId="urn:microsoft.com/office/officeart/2018/2/layout/IconVerticalSolidList"/>
    <dgm:cxn modelId="{B5FF51AC-4629-4377-9950-B9323B1208EE}" type="presParOf" srcId="{D3FB1CA1-C08E-47EB-A54C-8B64A1D591A8}" destId="{561B9698-E02E-4771-A7BB-DD9F51594457}" srcOrd="3" destOrd="0" presId="urn:microsoft.com/office/officeart/2018/2/layout/IconVerticalSolidList"/>
    <dgm:cxn modelId="{5AD8A22E-C37C-4C6E-BC2B-49A341B3C33A}" type="presParOf" srcId="{D3FB1CA1-C08E-47EB-A54C-8B64A1D591A8}" destId="{D9136CBA-FDB9-4E41-A1E7-35AD812D281F}" srcOrd="4" destOrd="0" presId="urn:microsoft.com/office/officeart/2018/2/layout/IconVerticalSolidList"/>
    <dgm:cxn modelId="{FF5AB944-5DFE-4F7D-85FD-C35EABE9997D}" type="presParOf" srcId="{D9136CBA-FDB9-4E41-A1E7-35AD812D281F}" destId="{A6470850-58F6-44A4-8F40-2AD18E939A02}" srcOrd="0" destOrd="0" presId="urn:microsoft.com/office/officeart/2018/2/layout/IconVerticalSolidList"/>
    <dgm:cxn modelId="{C34A4E1A-D7B7-40B1-9C02-B219317C2E50}" type="presParOf" srcId="{D9136CBA-FDB9-4E41-A1E7-35AD812D281F}" destId="{5F716429-C9AC-4092-940C-5E3C08DBF28C}" srcOrd="1" destOrd="0" presId="urn:microsoft.com/office/officeart/2018/2/layout/IconVerticalSolidList"/>
    <dgm:cxn modelId="{A27FCF24-6D6D-4116-9012-5E1BE6E2DD34}" type="presParOf" srcId="{D9136CBA-FDB9-4E41-A1E7-35AD812D281F}" destId="{E67C2D11-8BA4-421D-974D-6549E00708C5}" srcOrd="2" destOrd="0" presId="urn:microsoft.com/office/officeart/2018/2/layout/IconVerticalSolidList"/>
    <dgm:cxn modelId="{A030ABE4-BC72-4F1A-AF28-F6C3F166E6F3}" type="presParOf" srcId="{D9136CBA-FDB9-4E41-A1E7-35AD812D281F}" destId="{EC795EF7-8A29-4EDA-8D27-906A2909D928}" srcOrd="3" destOrd="0" presId="urn:microsoft.com/office/officeart/2018/2/layout/IconVerticalSolidList"/>
    <dgm:cxn modelId="{403EFCDC-841A-40E6-9607-1CEB51890496}" type="presParOf" srcId="{D3FB1CA1-C08E-47EB-A54C-8B64A1D591A8}" destId="{03C5BEB9-AA92-4390-86C3-D6F8FB48B39D}" srcOrd="5" destOrd="0" presId="urn:microsoft.com/office/officeart/2018/2/layout/IconVerticalSolidList"/>
    <dgm:cxn modelId="{DA44E545-09B4-40B1-B6AC-FF3D61FA227B}" type="presParOf" srcId="{D3FB1CA1-C08E-47EB-A54C-8B64A1D591A8}" destId="{F0E3503E-1C0F-41A3-BBE2-689096C57F94}" srcOrd="6" destOrd="0" presId="urn:microsoft.com/office/officeart/2018/2/layout/IconVerticalSolidList"/>
    <dgm:cxn modelId="{67FFFD85-A9C0-4942-A584-30A6426292F2}" type="presParOf" srcId="{F0E3503E-1C0F-41A3-BBE2-689096C57F94}" destId="{57333111-E106-41C2-9190-D0E8A943763C}" srcOrd="0" destOrd="0" presId="urn:microsoft.com/office/officeart/2018/2/layout/IconVerticalSolidList"/>
    <dgm:cxn modelId="{917FAED8-8801-4BA9-8537-0FBD3878D659}" type="presParOf" srcId="{F0E3503E-1C0F-41A3-BBE2-689096C57F94}" destId="{600600A1-491E-4D15-A064-322D155ACCF2}" srcOrd="1" destOrd="0" presId="urn:microsoft.com/office/officeart/2018/2/layout/IconVerticalSolidList"/>
    <dgm:cxn modelId="{9536D4B7-C52F-49F1-A442-B1D6936B5E5A}" type="presParOf" srcId="{F0E3503E-1C0F-41A3-BBE2-689096C57F94}" destId="{C3B19F30-4B25-4B4B-90A7-3D27464D0F26}" srcOrd="2" destOrd="0" presId="urn:microsoft.com/office/officeart/2018/2/layout/IconVerticalSolidList"/>
    <dgm:cxn modelId="{ABEDDACB-493C-45CF-9F96-75BCB69D7466}" type="presParOf" srcId="{F0E3503E-1C0F-41A3-BBE2-689096C57F94}" destId="{117377FF-42CE-4073-864D-65054858C67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B655B3-7648-4BCB-BFD2-34F942036DDB}"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B409CC3B-C3AD-47C7-8A91-BAE3DD0DC164}">
      <dgm:prSet/>
      <dgm:spPr/>
      <dgm:t>
        <a:bodyPr/>
        <a:lstStyle/>
        <a:p>
          <a:r>
            <a:rPr lang="en-US"/>
            <a:t>• Extract meaningful webpage content</a:t>
          </a:r>
        </a:p>
      </dgm:t>
    </dgm:pt>
    <dgm:pt modelId="{F5A8BD93-B799-4A8C-AF41-91EAC707A0E6}" type="parTrans" cxnId="{548A367B-5FED-473B-80B1-745427A1B190}">
      <dgm:prSet/>
      <dgm:spPr/>
      <dgm:t>
        <a:bodyPr/>
        <a:lstStyle/>
        <a:p>
          <a:endParaRPr lang="en-US"/>
        </a:p>
      </dgm:t>
    </dgm:pt>
    <dgm:pt modelId="{21FC2A27-AFCA-481B-9CB3-E0E98AF64479}" type="sibTrans" cxnId="{548A367B-5FED-473B-80B1-745427A1B190}">
      <dgm:prSet/>
      <dgm:spPr/>
      <dgm:t>
        <a:bodyPr/>
        <a:lstStyle/>
        <a:p>
          <a:endParaRPr lang="en-US"/>
        </a:p>
      </dgm:t>
    </dgm:pt>
    <dgm:pt modelId="{3C29A060-DB99-4CA7-9BC2-DBE176D02313}">
      <dgm:prSet/>
      <dgm:spPr/>
      <dgm:t>
        <a:bodyPr/>
        <a:lstStyle/>
        <a:p>
          <a:r>
            <a:rPr lang="en-US"/>
            <a:t>• Filter ads and noise</a:t>
          </a:r>
        </a:p>
      </dgm:t>
    </dgm:pt>
    <dgm:pt modelId="{42CE129C-33AB-4E9D-99E9-C6AC0CE9FB00}" type="parTrans" cxnId="{E8C371B1-7274-4A65-98AC-F435BCB9ED03}">
      <dgm:prSet/>
      <dgm:spPr/>
      <dgm:t>
        <a:bodyPr/>
        <a:lstStyle/>
        <a:p>
          <a:endParaRPr lang="en-US"/>
        </a:p>
      </dgm:t>
    </dgm:pt>
    <dgm:pt modelId="{8162C1C2-000C-4A0B-A15E-08CFBDB641F6}" type="sibTrans" cxnId="{E8C371B1-7274-4A65-98AC-F435BCB9ED03}">
      <dgm:prSet/>
      <dgm:spPr/>
      <dgm:t>
        <a:bodyPr/>
        <a:lstStyle/>
        <a:p>
          <a:endParaRPr lang="en-US"/>
        </a:p>
      </dgm:t>
    </dgm:pt>
    <dgm:pt modelId="{F6E8CCEA-4B76-490A-9599-BCF267A11BE5}">
      <dgm:prSet/>
      <dgm:spPr/>
      <dgm:t>
        <a:bodyPr/>
        <a:lstStyle/>
        <a:p>
          <a:r>
            <a:rPr lang="en-US"/>
            <a:t>• Summarize using NLP</a:t>
          </a:r>
        </a:p>
      </dgm:t>
    </dgm:pt>
    <dgm:pt modelId="{D716DA0A-C33B-4A27-8B80-BC0F147002D6}" type="parTrans" cxnId="{0A2D0377-F846-4883-9F63-CABF8014CC67}">
      <dgm:prSet/>
      <dgm:spPr/>
      <dgm:t>
        <a:bodyPr/>
        <a:lstStyle/>
        <a:p>
          <a:endParaRPr lang="en-US"/>
        </a:p>
      </dgm:t>
    </dgm:pt>
    <dgm:pt modelId="{CBD627BA-DE4D-4A89-88E6-AB7E12FEFAAA}" type="sibTrans" cxnId="{0A2D0377-F846-4883-9F63-CABF8014CC67}">
      <dgm:prSet/>
      <dgm:spPr/>
      <dgm:t>
        <a:bodyPr/>
        <a:lstStyle/>
        <a:p>
          <a:endParaRPr lang="en-US"/>
        </a:p>
      </dgm:t>
    </dgm:pt>
    <dgm:pt modelId="{CBCB6FE1-FC90-4E5E-9792-536421ECFBA6}">
      <dgm:prSet/>
      <dgm:spPr/>
      <dgm:t>
        <a:bodyPr/>
        <a:lstStyle/>
        <a:p>
          <a:r>
            <a:rPr lang="en-US"/>
            <a:t>• Speak summaries using TTS</a:t>
          </a:r>
        </a:p>
      </dgm:t>
    </dgm:pt>
    <dgm:pt modelId="{64760C82-3F34-4482-A52A-0E44F19D9148}" type="parTrans" cxnId="{1F389CD0-D511-430A-9881-29E4E83867D6}">
      <dgm:prSet/>
      <dgm:spPr/>
      <dgm:t>
        <a:bodyPr/>
        <a:lstStyle/>
        <a:p>
          <a:endParaRPr lang="en-US"/>
        </a:p>
      </dgm:t>
    </dgm:pt>
    <dgm:pt modelId="{6231C859-61EA-47C7-977C-59CF8A59AB01}" type="sibTrans" cxnId="{1F389CD0-D511-430A-9881-29E4E83867D6}">
      <dgm:prSet/>
      <dgm:spPr/>
      <dgm:t>
        <a:bodyPr/>
        <a:lstStyle/>
        <a:p>
          <a:endParaRPr lang="en-US"/>
        </a:p>
      </dgm:t>
    </dgm:pt>
    <dgm:pt modelId="{B8F8FC29-1F45-4DD4-AD13-A1A829341009}">
      <dgm:prSet/>
      <dgm:spPr/>
      <dgm:t>
        <a:bodyPr/>
        <a:lstStyle/>
        <a:p>
          <a:r>
            <a:rPr lang="en-US"/>
            <a:t>• Voice-based navigation and OCR for complex sites</a:t>
          </a:r>
        </a:p>
      </dgm:t>
    </dgm:pt>
    <dgm:pt modelId="{6A214B20-AA15-4D64-AB87-D6580918B09E}" type="parTrans" cxnId="{1AB8C3DB-9654-4C74-9DEA-EC7F765A869F}">
      <dgm:prSet/>
      <dgm:spPr/>
      <dgm:t>
        <a:bodyPr/>
        <a:lstStyle/>
        <a:p>
          <a:endParaRPr lang="en-US"/>
        </a:p>
      </dgm:t>
    </dgm:pt>
    <dgm:pt modelId="{C7DBB1E5-E3B3-4D55-B63B-B9F6DFA93012}" type="sibTrans" cxnId="{1AB8C3DB-9654-4C74-9DEA-EC7F765A869F}">
      <dgm:prSet/>
      <dgm:spPr/>
      <dgm:t>
        <a:bodyPr/>
        <a:lstStyle/>
        <a:p>
          <a:endParaRPr lang="en-US"/>
        </a:p>
      </dgm:t>
    </dgm:pt>
    <dgm:pt modelId="{8233E914-C6C8-42B8-B517-16AE71EFED37}" type="pres">
      <dgm:prSet presAssocID="{60B655B3-7648-4BCB-BFD2-34F942036DDB}" presName="diagram" presStyleCnt="0">
        <dgm:presLayoutVars>
          <dgm:dir/>
          <dgm:resizeHandles val="exact"/>
        </dgm:presLayoutVars>
      </dgm:prSet>
      <dgm:spPr/>
    </dgm:pt>
    <dgm:pt modelId="{AEEE75D9-8D86-44C9-8D60-95BA8F4BA75C}" type="pres">
      <dgm:prSet presAssocID="{B409CC3B-C3AD-47C7-8A91-BAE3DD0DC164}" presName="node" presStyleLbl="node1" presStyleIdx="0" presStyleCnt="5">
        <dgm:presLayoutVars>
          <dgm:bulletEnabled val="1"/>
        </dgm:presLayoutVars>
      </dgm:prSet>
      <dgm:spPr/>
    </dgm:pt>
    <dgm:pt modelId="{CCF441F8-1762-4395-8664-D139E0258206}" type="pres">
      <dgm:prSet presAssocID="{21FC2A27-AFCA-481B-9CB3-E0E98AF64479}" presName="sibTrans" presStyleLbl="sibTrans2D1" presStyleIdx="0" presStyleCnt="4"/>
      <dgm:spPr/>
    </dgm:pt>
    <dgm:pt modelId="{2C3BE538-CAEB-40C6-8998-E8510356F902}" type="pres">
      <dgm:prSet presAssocID="{21FC2A27-AFCA-481B-9CB3-E0E98AF64479}" presName="connectorText" presStyleLbl="sibTrans2D1" presStyleIdx="0" presStyleCnt="4"/>
      <dgm:spPr/>
    </dgm:pt>
    <dgm:pt modelId="{384DE3FA-52C8-4C1E-A16F-36D848230DF3}" type="pres">
      <dgm:prSet presAssocID="{3C29A060-DB99-4CA7-9BC2-DBE176D02313}" presName="node" presStyleLbl="node1" presStyleIdx="1" presStyleCnt="5">
        <dgm:presLayoutVars>
          <dgm:bulletEnabled val="1"/>
        </dgm:presLayoutVars>
      </dgm:prSet>
      <dgm:spPr/>
    </dgm:pt>
    <dgm:pt modelId="{EE360089-20B9-4FF5-B55D-5115C780C7C6}" type="pres">
      <dgm:prSet presAssocID="{8162C1C2-000C-4A0B-A15E-08CFBDB641F6}" presName="sibTrans" presStyleLbl="sibTrans2D1" presStyleIdx="1" presStyleCnt="4"/>
      <dgm:spPr/>
    </dgm:pt>
    <dgm:pt modelId="{46FF90C3-7D69-4124-9A85-A63EC4F9586D}" type="pres">
      <dgm:prSet presAssocID="{8162C1C2-000C-4A0B-A15E-08CFBDB641F6}" presName="connectorText" presStyleLbl="sibTrans2D1" presStyleIdx="1" presStyleCnt="4"/>
      <dgm:spPr/>
    </dgm:pt>
    <dgm:pt modelId="{7F14EEE6-782E-4647-8B58-13676467E77F}" type="pres">
      <dgm:prSet presAssocID="{F6E8CCEA-4B76-490A-9599-BCF267A11BE5}" presName="node" presStyleLbl="node1" presStyleIdx="2" presStyleCnt="5">
        <dgm:presLayoutVars>
          <dgm:bulletEnabled val="1"/>
        </dgm:presLayoutVars>
      </dgm:prSet>
      <dgm:spPr/>
    </dgm:pt>
    <dgm:pt modelId="{023A6151-81DB-4443-97B4-C0FD64F45BD5}" type="pres">
      <dgm:prSet presAssocID="{CBD627BA-DE4D-4A89-88E6-AB7E12FEFAAA}" presName="sibTrans" presStyleLbl="sibTrans2D1" presStyleIdx="2" presStyleCnt="4"/>
      <dgm:spPr/>
    </dgm:pt>
    <dgm:pt modelId="{3399C65D-12A7-4F05-946E-1FEC8167F032}" type="pres">
      <dgm:prSet presAssocID="{CBD627BA-DE4D-4A89-88E6-AB7E12FEFAAA}" presName="connectorText" presStyleLbl="sibTrans2D1" presStyleIdx="2" presStyleCnt="4"/>
      <dgm:spPr/>
    </dgm:pt>
    <dgm:pt modelId="{37801CFE-7779-4816-BEC3-1FBFEFF7495E}" type="pres">
      <dgm:prSet presAssocID="{CBCB6FE1-FC90-4E5E-9792-536421ECFBA6}" presName="node" presStyleLbl="node1" presStyleIdx="3" presStyleCnt="5">
        <dgm:presLayoutVars>
          <dgm:bulletEnabled val="1"/>
        </dgm:presLayoutVars>
      </dgm:prSet>
      <dgm:spPr/>
    </dgm:pt>
    <dgm:pt modelId="{1AB37DD8-87B7-4199-A1BB-94A2D9C83373}" type="pres">
      <dgm:prSet presAssocID="{6231C859-61EA-47C7-977C-59CF8A59AB01}" presName="sibTrans" presStyleLbl="sibTrans2D1" presStyleIdx="3" presStyleCnt="4"/>
      <dgm:spPr/>
    </dgm:pt>
    <dgm:pt modelId="{59C3E4A0-069A-4B71-8E42-FD309E29AE18}" type="pres">
      <dgm:prSet presAssocID="{6231C859-61EA-47C7-977C-59CF8A59AB01}" presName="connectorText" presStyleLbl="sibTrans2D1" presStyleIdx="3" presStyleCnt="4"/>
      <dgm:spPr/>
    </dgm:pt>
    <dgm:pt modelId="{AE351B3D-B3F8-47AF-AF81-6AE2B8C55511}" type="pres">
      <dgm:prSet presAssocID="{B8F8FC29-1F45-4DD4-AD13-A1A829341009}" presName="node" presStyleLbl="node1" presStyleIdx="4" presStyleCnt="5">
        <dgm:presLayoutVars>
          <dgm:bulletEnabled val="1"/>
        </dgm:presLayoutVars>
      </dgm:prSet>
      <dgm:spPr/>
    </dgm:pt>
  </dgm:ptLst>
  <dgm:cxnLst>
    <dgm:cxn modelId="{0F3DA60F-C15F-4F68-BCD1-8AE53A35A665}" type="presOf" srcId="{60B655B3-7648-4BCB-BFD2-34F942036DDB}" destId="{8233E914-C6C8-42B8-B517-16AE71EFED37}" srcOrd="0" destOrd="0" presId="urn:microsoft.com/office/officeart/2005/8/layout/process5"/>
    <dgm:cxn modelId="{C3442022-808C-44B0-BAFC-2492775F2E3B}" type="presOf" srcId="{6231C859-61EA-47C7-977C-59CF8A59AB01}" destId="{59C3E4A0-069A-4B71-8E42-FD309E29AE18}" srcOrd="1" destOrd="0" presId="urn:microsoft.com/office/officeart/2005/8/layout/process5"/>
    <dgm:cxn modelId="{96FCEC38-7E36-47C1-A0DD-BF3568F657EA}" type="presOf" srcId="{CBD627BA-DE4D-4A89-88E6-AB7E12FEFAAA}" destId="{023A6151-81DB-4443-97B4-C0FD64F45BD5}" srcOrd="0" destOrd="0" presId="urn:microsoft.com/office/officeart/2005/8/layout/process5"/>
    <dgm:cxn modelId="{73DD1D3D-8DE3-45ED-B7D3-767B989D1E09}" type="presOf" srcId="{8162C1C2-000C-4A0B-A15E-08CFBDB641F6}" destId="{46FF90C3-7D69-4124-9A85-A63EC4F9586D}" srcOrd="1" destOrd="0" presId="urn:microsoft.com/office/officeart/2005/8/layout/process5"/>
    <dgm:cxn modelId="{06A5E03F-E48B-40C6-94E8-EAADF259FB02}" type="presOf" srcId="{B8F8FC29-1F45-4DD4-AD13-A1A829341009}" destId="{AE351B3D-B3F8-47AF-AF81-6AE2B8C55511}" srcOrd="0" destOrd="0" presId="urn:microsoft.com/office/officeart/2005/8/layout/process5"/>
    <dgm:cxn modelId="{962B5F5E-1DFF-4541-B186-EBDA48162768}" type="presOf" srcId="{21FC2A27-AFCA-481B-9CB3-E0E98AF64479}" destId="{2C3BE538-CAEB-40C6-8998-E8510356F902}" srcOrd="1" destOrd="0" presId="urn:microsoft.com/office/officeart/2005/8/layout/process5"/>
    <dgm:cxn modelId="{45768E63-AD8A-45E2-A1C0-04420EE83A33}" type="presOf" srcId="{CBD627BA-DE4D-4A89-88E6-AB7E12FEFAAA}" destId="{3399C65D-12A7-4F05-946E-1FEC8167F032}" srcOrd="1" destOrd="0" presId="urn:microsoft.com/office/officeart/2005/8/layout/process5"/>
    <dgm:cxn modelId="{0A2D0377-F846-4883-9F63-CABF8014CC67}" srcId="{60B655B3-7648-4BCB-BFD2-34F942036DDB}" destId="{F6E8CCEA-4B76-490A-9599-BCF267A11BE5}" srcOrd="2" destOrd="0" parTransId="{D716DA0A-C33B-4A27-8B80-BC0F147002D6}" sibTransId="{CBD627BA-DE4D-4A89-88E6-AB7E12FEFAAA}"/>
    <dgm:cxn modelId="{C727CF79-AE40-4430-A199-65E0C121B38A}" type="presOf" srcId="{6231C859-61EA-47C7-977C-59CF8A59AB01}" destId="{1AB37DD8-87B7-4199-A1BB-94A2D9C83373}" srcOrd="0" destOrd="0" presId="urn:microsoft.com/office/officeart/2005/8/layout/process5"/>
    <dgm:cxn modelId="{548A367B-5FED-473B-80B1-745427A1B190}" srcId="{60B655B3-7648-4BCB-BFD2-34F942036DDB}" destId="{B409CC3B-C3AD-47C7-8A91-BAE3DD0DC164}" srcOrd="0" destOrd="0" parTransId="{F5A8BD93-B799-4A8C-AF41-91EAC707A0E6}" sibTransId="{21FC2A27-AFCA-481B-9CB3-E0E98AF64479}"/>
    <dgm:cxn modelId="{5B8B5485-9A66-4587-A498-470A77905732}" type="presOf" srcId="{8162C1C2-000C-4A0B-A15E-08CFBDB641F6}" destId="{EE360089-20B9-4FF5-B55D-5115C780C7C6}" srcOrd="0" destOrd="0" presId="urn:microsoft.com/office/officeart/2005/8/layout/process5"/>
    <dgm:cxn modelId="{C0B0A2AC-B5D4-4475-90AE-77984F38746A}" type="presOf" srcId="{21FC2A27-AFCA-481B-9CB3-E0E98AF64479}" destId="{CCF441F8-1762-4395-8664-D139E0258206}" srcOrd="0" destOrd="0" presId="urn:microsoft.com/office/officeart/2005/8/layout/process5"/>
    <dgm:cxn modelId="{E8C371B1-7274-4A65-98AC-F435BCB9ED03}" srcId="{60B655B3-7648-4BCB-BFD2-34F942036DDB}" destId="{3C29A060-DB99-4CA7-9BC2-DBE176D02313}" srcOrd="1" destOrd="0" parTransId="{42CE129C-33AB-4E9D-99E9-C6AC0CE9FB00}" sibTransId="{8162C1C2-000C-4A0B-A15E-08CFBDB641F6}"/>
    <dgm:cxn modelId="{699FC2B3-16BE-440B-B97B-CB97CA66D0CC}" type="presOf" srcId="{CBCB6FE1-FC90-4E5E-9792-536421ECFBA6}" destId="{37801CFE-7779-4816-BEC3-1FBFEFF7495E}" srcOrd="0" destOrd="0" presId="urn:microsoft.com/office/officeart/2005/8/layout/process5"/>
    <dgm:cxn modelId="{168E10C5-48BA-447E-8E42-EA7E6B3F655B}" type="presOf" srcId="{3C29A060-DB99-4CA7-9BC2-DBE176D02313}" destId="{384DE3FA-52C8-4C1E-A16F-36D848230DF3}" srcOrd="0" destOrd="0" presId="urn:microsoft.com/office/officeart/2005/8/layout/process5"/>
    <dgm:cxn modelId="{1F389CD0-D511-430A-9881-29E4E83867D6}" srcId="{60B655B3-7648-4BCB-BFD2-34F942036DDB}" destId="{CBCB6FE1-FC90-4E5E-9792-536421ECFBA6}" srcOrd="3" destOrd="0" parTransId="{64760C82-3F34-4482-A52A-0E44F19D9148}" sibTransId="{6231C859-61EA-47C7-977C-59CF8A59AB01}"/>
    <dgm:cxn modelId="{1AB8C3DB-9654-4C74-9DEA-EC7F765A869F}" srcId="{60B655B3-7648-4BCB-BFD2-34F942036DDB}" destId="{B8F8FC29-1F45-4DD4-AD13-A1A829341009}" srcOrd="4" destOrd="0" parTransId="{6A214B20-AA15-4D64-AB87-D6580918B09E}" sibTransId="{C7DBB1E5-E3B3-4D55-B63B-B9F6DFA93012}"/>
    <dgm:cxn modelId="{4A3445FA-BF70-4478-863B-5240A00AEE18}" type="presOf" srcId="{B409CC3B-C3AD-47C7-8A91-BAE3DD0DC164}" destId="{AEEE75D9-8D86-44C9-8D60-95BA8F4BA75C}" srcOrd="0" destOrd="0" presId="urn:microsoft.com/office/officeart/2005/8/layout/process5"/>
    <dgm:cxn modelId="{FA54D3FC-8CA8-4057-AB03-474F0ABDFDE3}" type="presOf" srcId="{F6E8CCEA-4B76-490A-9599-BCF267A11BE5}" destId="{7F14EEE6-782E-4647-8B58-13676467E77F}" srcOrd="0" destOrd="0" presId="urn:microsoft.com/office/officeart/2005/8/layout/process5"/>
    <dgm:cxn modelId="{C41F98C5-B8A6-4626-A7D4-208FC627F29D}" type="presParOf" srcId="{8233E914-C6C8-42B8-B517-16AE71EFED37}" destId="{AEEE75D9-8D86-44C9-8D60-95BA8F4BA75C}" srcOrd="0" destOrd="0" presId="urn:microsoft.com/office/officeart/2005/8/layout/process5"/>
    <dgm:cxn modelId="{E67AF66A-C973-4A3E-9497-B21E3B1B38A7}" type="presParOf" srcId="{8233E914-C6C8-42B8-B517-16AE71EFED37}" destId="{CCF441F8-1762-4395-8664-D139E0258206}" srcOrd="1" destOrd="0" presId="urn:microsoft.com/office/officeart/2005/8/layout/process5"/>
    <dgm:cxn modelId="{69473A24-BBAE-4688-BDE0-78C0D6F8A4FD}" type="presParOf" srcId="{CCF441F8-1762-4395-8664-D139E0258206}" destId="{2C3BE538-CAEB-40C6-8998-E8510356F902}" srcOrd="0" destOrd="0" presId="urn:microsoft.com/office/officeart/2005/8/layout/process5"/>
    <dgm:cxn modelId="{6293FDD5-FFD6-47A2-B43A-2021DAE37571}" type="presParOf" srcId="{8233E914-C6C8-42B8-B517-16AE71EFED37}" destId="{384DE3FA-52C8-4C1E-A16F-36D848230DF3}" srcOrd="2" destOrd="0" presId="urn:microsoft.com/office/officeart/2005/8/layout/process5"/>
    <dgm:cxn modelId="{09002064-5BEB-49A3-8E9A-FECBC19A5EA1}" type="presParOf" srcId="{8233E914-C6C8-42B8-B517-16AE71EFED37}" destId="{EE360089-20B9-4FF5-B55D-5115C780C7C6}" srcOrd="3" destOrd="0" presId="urn:microsoft.com/office/officeart/2005/8/layout/process5"/>
    <dgm:cxn modelId="{44619D81-6DA4-46EB-A5F2-3D718A381452}" type="presParOf" srcId="{EE360089-20B9-4FF5-B55D-5115C780C7C6}" destId="{46FF90C3-7D69-4124-9A85-A63EC4F9586D}" srcOrd="0" destOrd="0" presId="urn:microsoft.com/office/officeart/2005/8/layout/process5"/>
    <dgm:cxn modelId="{0EA7076B-C2B1-46F3-ABC8-192E94E9C44F}" type="presParOf" srcId="{8233E914-C6C8-42B8-B517-16AE71EFED37}" destId="{7F14EEE6-782E-4647-8B58-13676467E77F}" srcOrd="4" destOrd="0" presId="urn:microsoft.com/office/officeart/2005/8/layout/process5"/>
    <dgm:cxn modelId="{B59B1B36-37D9-409E-A5C4-8694D6D4F6D4}" type="presParOf" srcId="{8233E914-C6C8-42B8-B517-16AE71EFED37}" destId="{023A6151-81DB-4443-97B4-C0FD64F45BD5}" srcOrd="5" destOrd="0" presId="urn:microsoft.com/office/officeart/2005/8/layout/process5"/>
    <dgm:cxn modelId="{7DCA33CC-7743-4EB2-A374-FBF472477FCB}" type="presParOf" srcId="{023A6151-81DB-4443-97B4-C0FD64F45BD5}" destId="{3399C65D-12A7-4F05-946E-1FEC8167F032}" srcOrd="0" destOrd="0" presId="urn:microsoft.com/office/officeart/2005/8/layout/process5"/>
    <dgm:cxn modelId="{BD871785-0F3D-4F12-8618-5C9A14506220}" type="presParOf" srcId="{8233E914-C6C8-42B8-B517-16AE71EFED37}" destId="{37801CFE-7779-4816-BEC3-1FBFEFF7495E}" srcOrd="6" destOrd="0" presId="urn:microsoft.com/office/officeart/2005/8/layout/process5"/>
    <dgm:cxn modelId="{2300F0C4-1161-4D22-A411-0B9267ECC7E3}" type="presParOf" srcId="{8233E914-C6C8-42B8-B517-16AE71EFED37}" destId="{1AB37DD8-87B7-4199-A1BB-94A2D9C83373}" srcOrd="7" destOrd="0" presId="urn:microsoft.com/office/officeart/2005/8/layout/process5"/>
    <dgm:cxn modelId="{A8ABC82E-93F3-4B8B-AEFC-51BB621EC33A}" type="presParOf" srcId="{1AB37DD8-87B7-4199-A1BB-94A2D9C83373}" destId="{59C3E4A0-069A-4B71-8E42-FD309E29AE18}" srcOrd="0" destOrd="0" presId="urn:microsoft.com/office/officeart/2005/8/layout/process5"/>
    <dgm:cxn modelId="{CA517867-7648-4827-8CF9-E7D169DC8026}" type="presParOf" srcId="{8233E914-C6C8-42B8-B517-16AE71EFED37}" destId="{AE351B3D-B3F8-47AF-AF81-6AE2B8C55511}"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15771D-90F1-4653-AF41-38D3E0B0AD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C03F952-9110-4856-81F0-028FC346CDD7}">
      <dgm:prSet/>
      <dgm:spPr/>
      <dgm:t>
        <a:bodyPr/>
        <a:lstStyle/>
        <a:p>
          <a:r>
            <a:rPr lang="en-US" dirty="0"/>
            <a:t>80% accurate content segmentation</a:t>
          </a:r>
        </a:p>
      </dgm:t>
    </dgm:pt>
    <dgm:pt modelId="{49B7F845-7D3B-4323-B619-C229CEDF98D6}" type="parTrans" cxnId="{52D8BA1B-ABDD-4EC4-B335-BFD841670D1A}">
      <dgm:prSet/>
      <dgm:spPr/>
      <dgm:t>
        <a:bodyPr/>
        <a:lstStyle/>
        <a:p>
          <a:endParaRPr lang="en-US"/>
        </a:p>
      </dgm:t>
    </dgm:pt>
    <dgm:pt modelId="{A25F469E-EE79-48CE-9F11-384723117FE2}" type="sibTrans" cxnId="{52D8BA1B-ABDD-4EC4-B335-BFD841670D1A}">
      <dgm:prSet/>
      <dgm:spPr/>
      <dgm:t>
        <a:bodyPr/>
        <a:lstStyle/>
        <a:p>
          <a:endParaRPr lang="en-US"/>
        </a:p>
      </dgm:t>
    </dgm:pt>
    <dgm:pt modelId="{C29E4515-0464-4A87-83FD-19B249E5D896}">
      <dgm:prSet/>
      <dgm:spPr/>
      <dgm:t>
        <a:bodyPr/>
        <a:lstStyle/>
        <a:p>
          <a:r>
            <a:rPr lang="en-US" dirty="0"/>
            <a:t>70–90% summarization quality</a:t>
          </a:r>
        </a:p>
      </dgm:t>
    </dgm:pt>
    <dgm:pt modelId="{2185FA65-98B3-43BE-A596-CA523AB41B12}" type="parTrans" cxnId="{69E00B8A-CF11-4C3F-BB8A-3FAEBCCBD474}">
      <dgm:prSet/>
      <dgm:spPr/>
      <dgm:t>
        <a:bodyPr/>
        <a:lstStyle/>
        <a:p>
          <a:endParaRPr lang="en-US"/>
        </a:p>
      </dgm:t>
    </dgm:pt>
    <dgm:pt modelId="{8765DF64-CF91-447D-9542-896114145CA8}" type="sibTrans" cxnId="{69E00B8A-CF11-4C3F-BB8A-3FAEBCCBD474}">
      <dgm:prSet/>
      <dgm:spPr/>
      <dgm:t>
        <a:bodyPr/>
        <a:lstStyle/>
        <a:p>
          <a:endParaRPr lang="en-US"/>
        </a:p>
      </dgm:t>
    </dgm:pt>
    <dgm:pt modelId="{1F5453EF-F11A-4593-AD0A-0A8FCDF49341}">
      <dgm:prSet/>
      <dgm:spPr/>
      <dgm:t>
        <a:bodyPr/>
        <a:lstStyle/>
        <a:p>
          <a:r>
            <a:rPr lang="en-US" dirty="0"/>
            <a:t>95% accurate button/control detection</a:t>
          </a:r>
        </a:p>
      </dgm:t>
    </dgm:pt>
    <dgm:pt modelId="{4C31A866-C2D6-44B1-8EF1-9DCDD875A0A6}" type="parTrans" cxnId="{CBAF705C-DEF7-4A15-BACD-F88D0F6E5FC2}">
      <dgm:prSet/>
      <dgm:spPr/>
      <dgm:t>
        <a:bodyPr/>
        <a:lstStyle/>
        <a:p>
          <a:endParaRPr lang="en-US"/>
        </a:p>
      </dgm:t>
    </dgm:pt>
    <dgm:pt modelId="{CE6D9B49-0C7F-416E-8C7C-EFA14645C87F}" type="sibTrans" cxnId="{CBAF705C-DEF7-4A15-BACD-F88D0F6E5FC2}">
      <dgm:prSet/>
      <dgm:spPr/>
      <dgm:t>
        <a:bodyPr/>
        <a:lstStyle/>
        <a:p>
          <a:endParaRPr lang="en-US"/>
        </a:p>
      </dgm:t>
    </dgm:pt>
    <dgm:pt modelId="{2C5FACFC-D453-4070-BAC5-5000C7669709}">
      <dgm:prSet/>
      <dgm:spPr/>
      <dgm:t>
        <a:bodyPr/>
        <a:lstStyle/>
        <a:p>
          <a:r>
            <a:rPr lang="en-US" dirty="0"/>
            <a:t>OCR boosts performance on product tiles</a:t>
          </a:r>
        </a:p>
      </dgm:t>
    </dgm:pt>
    <dgm:pt modelId="{6D064BC5-6C82-416E-B6AF-E115AF8C22A5}" type="parTrans" cxnId="{6555B9CA-D61C-4ED7-B5BE-015C8A536308}">
      <dgm:prSet/>
      <dgm:spPr/>
      <dgm:t>
        <a:bodyPr/>
        <a:lstStyle/>
        <a:p>
          <a:endParaRPr lang="en-US"/>
        </a:p>
      </dgm:t>
    </dgm:pt>
    <dgm:pt modelId="{9D8DDA9D-9F44-447E-B0D2-344422801133}" type="sibTrans" cxnId="{6555B9CA-D61C-4ED7-B5BE-015C8A536308}">
      <dgm:prSet/>
      <dgm:spPr/>
      <dgm:t>
        <a:bodyPr/>
        <a:lstStyle/>
        <a:p>
          <a:endParaRPr lang="en-US"/>
        </a:p>
      </dgm:t>
    </dgm:pt>
    <dgm:pt modelId="{F089AF96-FF6F-4135-B521-0643D512AD53}">
      <dgm:prSet/>
      <dgm:spPr/>
      <dgm:t>
        <a:bodyPr/>
        <a:lstStyle/>
        <a:p>
          <a:r>
            <a:rPr lang="en-US" dirty="0"/>
            <a:t>Voice navigation works reliably</a:t>
          </a:r>
        </a:p>
      </dgm:t>
    </dgm:pt>
    <dgm:pt modelId="{C5310C35-A744-46D5-B4E7-486ADCE8900F}" type="parTrans" cxnId="{16FF3B9E-8F25-487D-899D-8B6A8B2454CC}">
      <dgm:prSet/>
      <dgm:spPr/>
      <dgm:t>
        <a:bodyPr/>
        <a:lstStyle/>
        <a:p>
          <a:endParaRPr lang="en-US"/>
        </a:p>
      </dgm:t>
    </dgm:pt>
    <dgm:pt modelId="{45DFE816-5197-4A64-9341-3C8D5F9300D2}" type="sibTrans" cxnId="{16FF3B9E-8F25-487D-899D-8B6A8B2454CC}">
      <dgm:prSet/>
      <dgm:spPr/>
      <dgm:t>
        <a:bodyPr/>
        <a:lstStyle/>
        <a:p>
          <a:endParaRPr lang="en-US"/>
        </a:p>
      </dgm:t>
    </dgm:pt>
    <dgm:pt modelId="{93F4BD59-DFF8-4F26-AFD9-26864B39C87E}" type="pres">
      <dgm:prSet presAssocID="{9915771D-90F1-4653-AF41-38D3E0B0AD01}" presName="root" presStyleCnt="0">
        <dgm:presLayoutVars>
          <dgm:dir/>
          <dgm:resizeHandles val="exact"/>
        </dgm:presLayoutVars>
      </dgm:prSet>
      <dgm:spPr/>
    </dgm:pt>
    <dgm:pt modelId="{931820FB-8C44-4F06-BE6B-6534D8D6F21E}" type="pres">
      <dgm:prSet presAssocID="{CC03F952-9110-4856-81F0-028FC346CDD7}" presName="compNode" presStyleCnt="0"/>
      <dgm:spPr/>
    </dgm:pt>
    <dgm:pt modelId="{91875D02-5F57-4C17-AA48-D82223308A4C}" type="pres">
      <dgm:prSet presAssocID="{CC03F952-9110-4856-81F0-028FC346CDD7}" presName="bgRect" presStyleLbl="bgShp" presStyleIdx="0" presStyleCnt="5"/>
      <dgm:spPr/>
    </dgm:pt>
    <dgm:pt modelId="{C570EB74-D30F-4E16-9543-A4F18D58CB95}" type="pres">
      <dgm:prSet presAssocID="{CC03F952-9110-4856-81F0-028FC346CDD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D74B7188-CBD1-4736-B68A-76D2545A25C5}" type="pres">
      <dgm:prSet presAssocID="{CC03F952-9110-4856-81F0-028FC346CDD7}" presName="spaceRect" presStyleCnt="0"/>
      <dgm:spPr/>
    </dgm:pt>
    <dgm:pt modelId="{E2016EDA-CF30-47F2-9E3D-847FC213A047}" type="pres">
      <dgm:prSet presAssocID="{CC03F952-9110-4856-81F0-028FC346CDD7}" presName="parTx" presStyleLbl="revTx" presStyleIdx="0" presStyleCnt="5">
        <dgm:presLayoutVars>
          <dgm:chMax val="0"/>
          <dgm:chPref val="0"/>
        </dgm:presLayoutVars>
      </dgm:prSet>
      <dgm:spPr/>
    </dgm:pt>
    <dgm:pt modelId="{23EA2331-87FE-4789-8CD3-A2A34B75A0A6}" type="pres">
      <dgm:prSet presAssocID="{A25F469E-EE79-48CE-9F11-384723117FE2}" presName="sibTrans" presStyleCnt="0"/>
      <dgm:spPr/>
    </dgm:pt>
    <dgm:pt modelId="{975FCA12-DCF3-493A-9D18-CDA639372979}" type="pres">
      <dgm:prSet presAssocID="{C29E4515-0464-4A87-83FD-19B249E5D896}" presName="compNode" presStyleCnt="0"/>
      <dgm:spPr/>
    </dgm:pt>
    <dgm:pt modelId="{F396C0AF-5356-48B1-8246-81C1CD979161}" type="pres">
      <dgm:prSet presAssocID="{C29E4515-0464-4A87-83FD-19B249E5D896}" presName="bgRect" presStyleLbl="bgShp" presStyleIdx="1" presStyleCnt="5"/>
      <dgm:spPr/>
    </dgm:pt>
    <dgm:pt modelId="{B97E27B0-9738-434C-9388-1357E1671588}" type="pres">
      <dgm:prSet presAssocID="{C29E4515-0464-4A87-83FD-19B249E5D89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99828A34-14EB-4DCB-B4EF-23020AEB84BB}" type="pres">
      <dgm:prSet presAssocID="{C29E4515-0464-4A87-83FD-19B249E5D896}" presName="spaceRect" presStyleCnt="0"/>
      <dgm:spPr/>
    </dgm:pt>
    <dgm:pt modelId="{A74792D1-29A1-44BE-ADAD-921CF1FC6B62}" type="pres">
      <dgm:prSet presAssocID="{C29E4515-0464-4A87-83FD-19B249E5D896}" presName="parTx" presStyleLbl="revTx" presStyleIdx="1" presStyleCnt="5">
        <dgm:presLayoutVars>
          <dgm:chMax val="0"/>
          <dgm:chPref val="0"/>
        </dgm:presLayoutVars>
      </dgm:prSet>
      <dgm:spPr/>
    </dgm:pt>
    <dgm:pt modelId="{90129579-BD1E-4A03-9A46-056B5EB33FA9}" type="pres">
      <dgm:prSet presAssocID="{8765DF64-CF91-447D-9542-896114145CA8}" presName="sibTrans" presStyleCnt="0"/>
      <dgm:spPr/>
    </dgm:pt>
    <dgm:pt modelId="{50A0C4C9-A2F6-4674-AABB-D7B05C762FB3}" type="pres">
      <dgm:prSet presAssocID="{1F5453EF-F11A-4593-AD0A-0A8FCDF49341}" presName="compNode" presStyleCnt="0"/>
      <dgm:spPr/>
    </dgm:pt>
    <dgm:pt modelId="{AF8AD5B8-7DEB-45B5-BCC2-D307391D0BC3}" type="pres">
      <dgm:prSet presAssocID="{1F5453EF-F11A-4593-AD0A-0A8FCDF49341}" presName="bgRect" presStyleLbl="bgShp" presStyleIdx="2" presStyleCnt="5"/>
      <dgm:spPr/>
    </dgm:pt>
    <dgm:pt modelId="{7B5918E2-F6A8-4BC1-BAF8-4867B0F6417B}" type="pres">
      <dgm:prSet presAssocID="{1F5453EF-F11A-4593-AD0A-0A8FCDF4934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ext>
      </dgm:extLst>
    </dgm:pt>
    <dgm:pt modelId="{DC0C0673-E3B3-4DA1-8BB4-46C19BFF2EBF}" type="pres">
      <dgm:prSet presAssocID="{1F5453EF-F11A-4593-AD0A-0A8FCDF49341}" presName="spaceRect" presStyleCnt="0"/>
      <dgm:spPr/>
    </dgm:pt>
    <dgm:pt modelId="{AFB4EFBA-05ED-4ED9-9260-12CF209CF073}" type="pres">
      <dgm:prSet presAssocID="{1F5453EF-F11A-4593-AD0A-0A8FCDF49341}" presName="parTx" presStyleLbl="revTx" presStyleIdx="2" presStyleCnt="5">
        <dgm:presLayoutVars>
          <dgm:chMax val="0"/>
          <dgm:chPref val="0"/>
        </dgm:presLayoutVars>
      </dgm:prSet>
      <dgm:spPr/>
    </dgm:pt>
    <dgm:pt modelId="{A64ED9BF-9328-4045-A0B6-6CD40E321888}" type="pres">
      <dgm:prSet presAssocID="{CE6D9B49-0C7F-416E-8C7C-EFA14645C87F}" presName="sibTrans" presStyleCnt="0"/>
      <dgm:spPr/>
    </dgm:pt>
    <dgm:pt modelId="{25FD9D72-06A8-412E-AC7E-C1EC4EBA3039}" type="pres">
      <dgm:prSet presAssocID="{2C5FACFC-D453-4070-BAC5-5000C7669709}" presName="compNode" presStyleCnt="0"/>
      <dgm:spPr/>
    </dgm:pt>
    <dgm:pt modelId="{9553EE9B-B2F5-4A1C-AA06-B8F21837B1C8}" type="pres">
      <dgm:prSet presAssocID="{2C5FACFC-D453-4070-BAC5-5000C7669709}" presName="bgRect" presStyleLbl="bgShp" presStyleIdx="3" presStyleCnt="5"/>
      <dgm:spPr/>
    </dgm:pt>
    <dgm:pt modelId="{CD915A8A-8AD5-4824-9249-AE74752BCBC6}" type="pres">
      <dgm:prSet presAssocID="{2C5FACFC-D453-4070-BAC5-5000C766970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D659082A-6D13-428F-BB9B-8F161EBAB0D3}" type="pres">
      <dgm:prSet presAssocID="{2C5FACFC-D453-4070-BAC5-5000C7669709}" presName="spaceRect" presStyleCnt="0"/>
      <dgm:spPr/>
    </dgm:pt>
    <dgm:pt modelId="{EB0BA471-5F8A-4F42-9DAE-1D6499F1CA0C}" type="pres">
      <dgm:prSet presAssocID="{2C5FACFC-D453-4070-BAC5-5000C7669709}" presName="parTx" presStyleLbl="revTx" presStyleIdx="3" presStyleCnt="5">
        <dgm:presLayoutVars>
          <dgm:chMax val="0"/>
          <dgm:chPref val="0"/>
        </dgm:presLayoutVars>
      </dgm:prSet>
      <dgm:spPr/>
    </dgm:pt>
    <dgm:pt modelId="{6E1AF891-F56E-4BE8-B010-7F81BE1A544E}" type="pres">
      <dgm:prSet presAssocID="{9D8DDA9D-9F44-447E-B0D2-344422801133}" presName="sibTrans" presStyleCnt="0"/>
      <dgm:spPr/>
    </dgm:pt>
    <dgm:pt modelId="{A4925B20-EA40-476F-BBB6-1FDCBFC1B56E}" type="pres">
      <dgm:prSet presAssocID="{F089AF96-FF6F-4135-B521-0643D512AD53}" presName="compNode" presStyleCnt="0"/>
      <dgm:spPr/>
    </dgm:pt>
    <dgm:pt modelId="{5D24304F-A754-4048-B885-37AF38ED6591}" type="pres">
      <dgm:prSet presAssocID="{F089AF96-FF6F-4135-B521-0643D512AD53}" presName="bgRect" presStyleLbl="bgShp" presStyleIdx="4" presStyleCnt="5"/>
      <dgm:spPr/>
    </dgm:pt>
    <dgm:pt modelId="{9A7F24F8-723E-43EB-B854-E72760C8C729}" type="pres">
      <dgm:prSet presAssocID="{F089AF96-FF6F-4135-B521-0643D512AD5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atellite dish"/>
        </a:ext>
      </dgm:extLst>
    </dgm:pt>
    <dgm:pt modelId="{C55B1C15-1951-486D-AD9F-4A5D7C0A02EF}" type="pres">
      <dgm:prSet presAssocID="{F089AF96-FF6F-4135-B521-0643D512AD53}" presName="spaceRect" presStyleCnt="0"/>
      <dgm:spPr/>
    </dgm:pt>
    <dgm:pt modelId="{AAD41FA6-A50A-4681-8CC7-82F959FD3E66}" type="pres">
      <dgm:prSet presAssocID="{F089AF96-FF6F-4135-B521-0643D512AD53}" presName="parTx" presStyleLbl="revTx" presStyleIdx="4" presStyleCnt="5">
        <dgm:presLayoutVars>
          <dgm:chMax val="0"/>
          <dgm:chPref val="0"/>
        </dgm:presLayoutVars>
      </dgm:prSet>
      <dgm:spPr/>
    </dgm:pt>
  </dgm:ptLst>
  <dgm:cxnLst>
    <dgm:cxn modelId="{2EAC8218-0456-4589-B1B8-AEC3E05E35A1}" type="presOf" srcId="{9915771D-90F1-4653-AF41-38D3E0B0AD01}" destId="{93F4BD59-DFF8-4F26-AFD9-26864B39C87E}" srcOrd="0" destOrd="0" presId="urn:microsoft.com/office/officeart/2018/2/layout/IconVerticalSolidList"/>
    <dgm:cxn modelId="{52D8BA1B-ABDD-4EC4-B335-BFD841670D1A}" srcId="{9915771D-90F1-4653-AF41-38D3E0B0AD01}" destId="{CC03F952-9110-4856-81F0-028FC346CDD7}" srcOrd="0" destOrd="0" parTransId="{49B7F845-7D3B-4323-B619-C229CEDF98D6}" sibTransId="{A25F469E-EE79-48CE-9F11-384723117FE2}"/>
    <dgm:cxn modelId="{46A2C920-7B17-49AC-BD06-F09FB13BD803}" type="presOf" srcId="{C29E4515-0464-4A87-83FD-19B249E5D896}" destId="{A74792D1-29A1-44BE-ADAD-921CF1FC6B62}" srcOrd="0" destOrd="0" presId="urn:microsoft.com/office/officeart/2018/2/layout/IconVerticalSolidList"/>
    <dgm:cxn modelId="{E052FD3C-AC36-45C8-BF38-85C49E6A44EB}" type="presOf" srcId="{1F5453EF-F11A-4593-AD0A-0A8FCDF49341}" destId="{AFB4EFBA-05ED-4ED9-9260-12CF209CF073}" srcOrd="0" destOrd="0" presId="urn:microsoft.com/office/officeart/2018/2/layout/IconVerticalSolidList"/>
    <dgm:cxn modelId="{C529983E-FCD0-43F6-B4FE-9744BE16595D}" type="presOf" srcId="{2C5FACFC-D453-4070-BAC5-5000C7669709}" destId="{EB0BA471-5F8A-4F42-9DAE-1D6499F1CA0C}" srcOrd="0" destOrd="0" presId="urn:microsoft.com/office/officeart/2018/2/layout/IconVerticalSolidList"/>
    <dgm:cxn modelId="{CBAF705C-DEF7-4A15-BACD-F88D0F6E5FC2}" srcId="{9915771D-90F1-4653-AF41-38D3E0B0AD01}" destId="{1F5453EF-F11A-4593-AD0A-0A8FCDF49341}" srcOrd="2" destOrd="0" parTransId="{4C31A866-C2D6-44B1-8EF1-9DCDD875A0A6}" sibTransId="{CE6D9B49-0C7F-416E-8C7C-EFA14645C87F}"/>
    <dgm:cxn modelId="{6B9B435E-0FEB-4985-A901-412353347EC2}" type="presOf" srcId="{CC03F952-9110-4856-81F0-028FC346CDD7}" destId="{E2016EDA-CF30-47F2-9E3D-847FC213A047}" srcOrd="0" destOrd="0" presId="urn:microsoft.com/office/officeart/2018/2/layout/IconVerticalSolidList"/>
    <dgm:cxn modelId="{69E00B8A-CF11-4C3F-BB8A-3FAEBCCBD474}" srcId="{9915771D-90F1-4653-AF41-38D3E0B0AD01}" destId="{C29E4515-0464-4A87-83FD-19B249E5D896}" srcOrd="1" destOrd="0" parTransId="{2185FA65-98B3-43BE-A596-CA523AB41B12}" sibTransId="{8765DF64-CF91-447D-9542-896114145CA8}"/>
    <dgm:cxn modelId="{16FF3B9E-8F25-487D-899D-8B6A8B2454CC}" srcId="{9915771D-90F1-4653-AF41-38D3E0B0AD01}" destId="{F089AF96-FF6F-4135-B521-0643D512AD53}" srcOrd="4" destOrd="0" parTransId="{C5310C35-A744-46D5-B4E7-486ADCE8900F}" sibTransId="{45DFE816-5197-4A64-9341-3C8D5F9300D2}"/>
    <dgm:cxn modelId="{299079AD-F32F-4F10-9125-7B92FF33EA84}" type="presOf" srcId="{F089AF96-FF6F-4135-B521-0643D512AD53}" destId="{AAD41FA6-A50A-4681-8CC7-82F959FD3E66}" srcOrd="0" destOrd="0" presId="urn:microsoft.com/office/officeart/2018/2/layout/IconVerticalSolidList"/>
    <dgm:cxn modelId="{6555B9CA-D61C-4ED7-B5BE-015C8A536308}" srcId="{9915771D-90F1-4653-AF41-38D3E0B0AD01}" destId="{2C5FACFC-D453-4070-BAC5-5000C7669709}" srcOrd="3" destOrd="0" parTransId="{6D064BC5-6C82-416E-B6AF-E115AF8C22A5}" sibTransId="{9D8DDA9D-9F44-447E-B0D2-344422801133}"/>
    <dgm:cxn modelId="{98873F7D-C218-4264-AAC0-3EC32E58DE84}" type="presParOf" srcId="{93F4BD59-DFF8-4F26-AFD9-26864B39C87E}" destId="{931820FB-8C44-4F06-BE6B-6534D8D6F21E}" srcOrd="0" destOrd="0" presId="urn:microsoft.com/office/officeart/2018/2/layout/IconVerticalSolidList"/>
    <dgm:cxn modelId="{11879578-EE8B-4C93-BBB8-9E31C9996CFD}" type="presParOf" srcId="{931820FB-8C44-4F06-BE6B-6534D8D6F21E}" destId="{91875D02-5F57-4C17-AA48-D82223308A4C}" srcOrd="0" destOrd="0" presId="urn:microsoft.com/office/officeart/2018/2/layout/IconVerticalSolidList"/>
    <dgm:cxn modelId="{63B97F8A-B2C2-4499-A692-4370B15A6E29}" type="presParOf" srcId="{931820FB-8C44-4F06-BE6B-6534D8D6F21E}" destId="{C570EB74-D30F-4E16-9543-A4F18D58CB95}" srcOrd="1" destOrd="0" presId="urn:microsoft.com/office/officeart/2018/2/layout/IconVerticalSolidList"/>
    <dgm:cxn modelId="{1A1E3F27-D492-4C0E-AF38-68B64ACB9975}" type="presParOf" srcId="{931820FB-8C44-4F06-BE6B-6534D8D6F21E}" destId="{D74B7188-CBD1-4736-B68A-76D2545A25C5}" srcOrd="2" destOrd="0" presId="urn:microsoft.com/office/officeart/2018/2/layout/IconVerticalSolidList"/>
    <dgm:cxn modelId="{1073E038-01AE-45E6-9526-B2202E4E39EE}" type="presParOf" srcId="{931820FB-8C44-4F06-BE6B-6534D8D6F21E}" destId="{E2016EDA-CF30-47F2-9E3D-847FC213A047}" srcOrd="3" destOrd="0" presId="urn:microsoft.com/office/officeart/2018/2/layout/IconVerticalSolidList"/>
    <dgm:cxn modelId="{47F2A8C3-785F-4A04-B498-713249831BC5}" type="presParOf" srcId="{93F4BD59-DFF8-4F26-AFD9-26864B39C87E}" destId="{23EA2331-87FE-4789-8CD3-A2A34B75A0A6}" srcOrd="1" destOrd="0" presId="urn:microsoft.com/office/officeart/2018/2/layout/IconVerticalSolidList"/>
    <dgm:cxn modelId="{6C1F347F-CB95-454C-8E7A-D0DF7409F95A}" type="presParOf" srcId="{93F4BD59-DFF8-4F26-AFD9-26864B39C87E}" destId="{975FCA12-DCF3-493A-9D18-CDA639372979}" srcOrd="2" destOrd="0" presId="urn:microsoft.com/office/officeart/2018/2/layout/IconVerticalSolidList"/>
    <dgm:cxn modelId="{55A5F19B-9D87-4EE8-BA9A-011BC154DC6A}" type="presParOf" srcId="{975FCA12-DCF3-493A-9D18-CDA639372979}" destId="{F396C0AF-5356-48B1-8246-81C1CD979161}" srcOrd="0" destOrd="0" presId="urn:microsoft.com/office/officeart/2018/2/layout/IconVerticalSolidList"/>
    <dgm:cxn modelId="{0D300B39-EB39-4817-BCC9-B98613302547}" type="presParOf" srcId="{975FCA12-DCF3-493A-9D18-CDA639372979}" destId="{B97E27B0-9738-434C-9388-1357E1671588}" srcOrd="1" destOrd="0" presId="urn:microsoft.com/office/officeart/2018/2/layout/IconVerticalSolidList"/>
    <dgm:cxn modelId="{7963A5A4-8DCB-4B3D-A54B-D8F3F849B1F3}" type="presParOf" srcId="{975FCA12-DCF3-493A-9D18-CDA639372979}" destId="{99828A34-14EB-4DCB-B4EF-23020AEB84BB}" srcOrd="2" destOrd="0" presId="urn:microsoft.com/office/officeart/2018/2/layout/IconVerticalSolidList"/>
    <dgm:cxn modelId="{92F8D8EA-57DF-4F95-A0CA-5095CA9A1EF2}" type="presParOf" srcId="{975FCA12-DCF3-493A-9D18-CDA639372979}" destId="{A74792D1-29A1-44BE-ADAD-921CF1FC6B62}" srcOrd="3" destOrd="0" presId="urn:microsoft.com/office/officeart/2018/2/layout/IconVerticalSolidList"/>
    <dgm:cxn modelId="{98F8CF99-7881-4129-8C66-96685C210570}" type="presParOf" srcId="{93F4BD59-DFF8-4F26-AFD9-26864B39C87E}" destId="{90129579-BD1E-4A03-9A46-056B5EB33FA9}" srcOrd="3" destOrd="0" presId="urn:microsoft.com/office/officeart/2018/2/layout/IconVerticalSolidList"/>
    <dgm:cxn modelId="{35326E5F-7951-45E5-BAD8-0DDF643B7386}" type="presParOf" srcId="{93F4BD59-DFF8-4F26-AFD9-26864B39C87E}" destId="{50A0C4C9-A2F6-4674-AABB-D7B05C762FB3}" srcOrd="4" destOrd="0" presId="urn:microsoft.com/office/officeart/2018/2/layout/IconVerticalSolidList"/>
    <dgm:cxn modelId="{DCF8FDD6-E6BF-4420-98C7-3CD53D724B7E}" type="presParOf" srcId="{50A0C4C9-A2F6-4674-AABB-D7B05C762FB3}" destId="{AF8AD5B8-7DEB-45B5-BCC2-D307391D0BC3}" srcOrd="0" destOrd="0" presId="urn:microsoft.com/office/officeart/2018/2/layout/IconVerticalSolidList"/>
    <dgm:cxn modelId="{13C95155-AB4D-488F-9864-16AC0EC19C06}" type="presParOf" srcId="{50A0C4C9-A2F6-4674-AABB-D7B05C762FB3}" destId="{7B5918E2-F6A8-4BC1-BAF8-4867B0F6417B}" srcOrd="1" destOrd="0" presId="urn:microsoft.com/office/officeart/2018/2/layout/IconVerticalSolidList"/>
    <dgm:cxn modelId="{68FF8D9B-F7A6-4EDC-8515-F88CA4E3946A}" type="presParOf" srcId="{50A0C4C9-A2F6-4674-AABB-D7B05C762FB3}" destId="{DC0C0673-E3B3-4DA1-8BB4-46C19BFF2EBF}" srcOrd="2" destOrd="0" presId="urn:microsoft.com/office/officeart/2018/2/layout/IconVerticalSolidList"/>
    <dgm:cxn modelId="{D2245C2E-FDFC-466C-A687-39E1F0403A2E}" type="presParOf" srcId="{50A0C4C9-A2F6-4674-AABB-D7B05C762FB3}" destId="{AFB4EFBA-05ED-4ED9-9260-12CF209CF073}" srcOrd="3" destOrd="0" presId="urn:microsoft.com/office/officeart/2018/2/layout/IconVerticalSolidList"/>
    <dgm:cxn modelId="{A0E01F57-7660-4A4D-A708-50B82B1BD000}" type="presParOf" srcId="{93F4BD59-DFF8-4F26-AFD9-26864B39C87E}" destId="{A64ED9BF-9328-4045-A0B6-6CD40E321888}" srcOrd="5" destOrd="0" presId="urn:microsoft.com/office/officeart/2018/2/layout/IconVerticalSolidList"/>
    <dgm:cxn modelId="{4A6B089B-F7C4-4775-8E73-ACB215633079}" type="presParOf" srcId="{93F4BD59-DFF8-4F26-AFD9-26864B39C87E}" destId="{25FD9D72-06A8-412E-AC7E-C1EC4EBA3039}" srcOrd="6" destOrd="0" presId="urn:microsoft.com/office/officeart/2018/2/layout/IconVerticalSolidList"/>
    <dgm:cxn modelId="{B5E94FEA-CC10-4193-B137-41921DE5E958}" type="presParOf" srcId="{25FD9D72-06A8-412E-AC7E-C1EC4EBA3039}" destId="{9553EE9B-B2F5-4A1C-AA06-B8F21837B1C8}" srcOrd="0" destOrd="0" presId="urn:microsoft.com/office/officeart/2018/2/layout/IconVerticalSolidList"/>
    <dgm:cxn modelId="{2B6D033C-F437-4566-B729-7BD737513D28}" type="presParOf" srcId="{25FD9D72-06A8-412E-AC7E-C1EC4EBA3039}" destId="{CD915A8A-8AD5-4824-9249-AE74752BCBC6}" srcOrd="1" destOrd="0" presId="urn:microsoft.com/office/officeart/2018/2/layout/IconVerticalSolidList"/>
    <dgm:cxn modelId="{E12DA702-F1FC-4675-8178-F8D2FD506291}" type="presParOf" srcId="{25FD9D72-06A8-412E-AC7E-C1EC4EBA3039}" destId="{D659082A-6D13-428F-BB9B-8F161EBAB0D3}" srcOrd="2" destOrd="0" presId="urn:microsoft.com/office/officeart/2018/2/layout/IconVerticalSolidList"/>
    <dgm:cxn modelId="{609E9492-2608-4728-86C7-B5867ECD4F12}" type="presParOf" srcId="{25FD9D72-06A8-412E-AC7E-C1EC4EBA3039}" destId="{EB0BA471-5F8A-4F42-9DAE-1D6499F1CA0C}" srcOrd="3" destOrd="0" presId="urn:microsoft.com/office/officeart/2018/2/layout/IconVerticalSolidList"/>
    <dgm:cxn modelId="{D597F920-479C-4248-B639-AB03949E8CD4}" type="presParOf" srcId="{93F4BD59-DFF8-4F26-AFD9-26864B39C87E}" destId="{6E1AF891-F56E-4BE8-B010-7F81BE1A544E}" srcOrd="7" destOrd="0" presId="urn:microsoft.com/office/officeart/2018/2/layout/IconVerticalSolidList"/>
    <dgm:cxn modelId="{ECA1F45E-47D7-4B3C-9F6E-6FA180AB5CDC}" type="presParOf" srcId="{93F4BD59-DFF8-4F26-AFD9-26864B39C87E}" destId="{A4925B20-EA40-476F-BBB6-1FDCBFC1B56E}" srcOrd="8" destOrd="0" presId="urn:microsoft.com/office/officeart/2018/2/layout/IconVerticalSolidList"/>
    <dgm:cxn modelId="{8F35871B-FA82-4900-B9D9-34CBA25E80A4}" type="presParOf" srcId="{A4925B20-EA40-476F-BBB6-1FDCBFC1B56E}" destId="{5D24304F-A754-4048-B885-37AF38ED6591}" srcOrd="0" destOrd="0" presId="urn:microsoft.com/office/officeart/2018/2/layout/IconVerticalSolidList"/>
    <dgm:cxn modelId="{39F2664D-5CE0-4CDF-B7F2-BC3DC12321C6}" type="presParOf" srcId="{A4925B20-EA40-476F-BBB6-1FDCBFC1B56E}" destId="{9A7F24F8-723E-43EB-B854-E72760C8C729}" srcOrd="1" destOrd="0" presId="urn:microsoft.com/office/officeart/2018/2/layout/IconVerticalSolidList"/>
    <dgm:cxn modelId="{93784649-DF25-40FE-9D9E-03E86938CF34}" type="presParOf" srcId="{A4925B20-EA40-476F-BBB6-1FDCBFC1B56E}" destId="{C55B1C15-1951-486D-AD9F-4A5D7C0A02EF}" srcOrd="2" destOrd="0" presId="urn:microsoft.com/office/officeart/2018/2/layout/IconVerticalSolidList"/>
    <dgm:cxn modelId="{8146E42D-BFDF-4C72-86A3-98E228B863EB}" type="presParOf" srcId="{A4925B20-EA40-476F-BBB6-1FDCBFC1B56E}" destId="{AAD41FA6-A50A-4681-8CC7-82F959FD3E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6C8A41-C0F5-4F1B-9A4D-ADDBCB172FD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E9BF88E-745F-42A7-A149-8C14FD5E130D}">
      <dgm:prSet/>
      <dgm:spPr/>
      <dgm:t>
        <a:bodyPr/>
        <a:lstStyle/>
        <a:p>
          <a:r>
            <a:rPr lang="en-US"/>
            <a:t>AI Smart Reader merges NLP, OCR, browser scripting, and accessibility design.</a:t>
          </a:r>
        </a:p>
      </dgm:t>
    </dgm:pt>
    <dgm:pt modelId="{A9C70A4E-3C46-428E-80E5-F804822D2BAB}" type="parTrans" cxnId="{758E3DEF-E385-482B-B3C2-A14F6B743887}">
      <dgm:prSet/>
      <dgm:spPr/>
      <dgm:t>
        <a:bodyPr/>
        <a:lstStyle/>
        <a:p>
          <a:endParaRPr lang="en-US"/>
        </a:p>
      </dgm:t>
    </dgm:pt>
    <dgm:pt modelId="{B2E482F6-F305-42B2-9121-75BDB71751CE}" type="sibTrans" cxnId="{758E3DEF-E385-482B-B3C2-A14F6B743887}">
      <dgm:prSet/>
      <dgm:spPr/>
      <dgm:t>
        <a:bodyPr/>
        <a:lstStyle/>
        <a:p>
          <a:endParaRPr lang="en-US"/>
        </a:p>
      </dgm:t>
    </dgm:pt>
    <dgm:pt modelId="{59DEDDD4-32F2-4687-9E92-866DA5BFDC85}">
      <dgm:prSet/>
      <dgm:spPr/>
      <dgm:t>
        <a:bodyPr/>
        <a:lstStyle/>
        <a:p>
          <a:r>
            <a:rPr lang="en-US"/>
            <a:t>Version 1 created the foundation; Version 2 added intelligence and interaction.</a:t>
          </a:r>
        </a:p>
      </dgm:t>
    </dgm:pt>
    <dgm:pt modelId="{2F076E28-EFC4-497B-8F82-49CC98A6E4B3}" type="parTrans" cxnId="{2C2237EA-14B8-4275-9D0F-E6FBD7DD4C8E}">
      <dgm:prSet/>
      <dgm:spPr/>
      <dgm:t>
        <a:bodyPr/>
        <a:lstStyle/>
        <a:p>
          <a:endParaRPr lang="en-US"/>
        </a:p>
      </dgm:t>
    </dgm:pt>
    <dgm:pt modelId="{E4342FCE-F65B-48D8-8B2E-A7F04410A40C}" type="sibTrans" cxnId="{2C2237EA-14B8-4275-9D0F-E6FBD7DD4C8E}">
      <dgm:prSet/>
      <dgm:spPr/>
      <dgm:t>
        <a:bodyPr/>
        <a:lstStyle/>
        <a:p>
          <a:endParaRPr lang="en-US"/>
        </a:p>
      </dgm:t>
    </dgm:pt>
    <dgm:pt modelId="{A74367B6-9680-4966-BF4C-D681B0431179}">
      <dgm:prSet/>
      <dgm:spPr/>
      <dgm:t>
        <a:bodyPr/>
        <a:lstStyle/>
        <a:p>
          <a:r>
            <a:rPr lang="en-US"/>
            <a:t>Future Work:</a:t>
          </a:r>
        </a:p>
      </dgm:t>
    </dgm:pt>
    <dgm:pt modelId="{4AE058E1-EBBA-4ED2-A098-5A043F0E3826}" type="parTrans" cxnId="{2F010967-9D62-42A8-A424-35F8CC1EF643}">
      <dgm:prSet/>
      <dgm:spPr/>
      <dgm:t>
        <a:bodyPr/>
        <a:lstStyle/>
        <a:p>
          <a:endParaRPr lang="en-US"/>
        </a:p>
      </dgm:t>
    </dgm:pt>
    <dgm:pt modelId="{42326CE5-B2AB-48FB-992D-392639527AF9}" type="sibTrans" cxnId="{2F010967-9D62-42A8-A424-35F8CC1EF643}">
      <dgm:prSet/>
      <dgm:spPr/>
      <dgm:t>
        <a:bodyPr/>
        <a:lstStyle/>
        <a:p>
          <a:endParaRPr lang="en-US"/>
        </a:p>
      </dgm:t>
    </dgm:pt>
    <dgm:pt modelId="{24193623-EE2A-4E7A-996C-DD8B9CF6D420}">
      <dgm:prSet/>
      <dgm:spPr/>
      <dgm:t>
        <a:bodyPr/>
        <a:lstStyle/>
        <a:p>
          <a:r>
            <a:rPr lang="en-US" dirty="0"/>
            <a:t> Multilingual support</a:t>
          </a:r>
        </a:p>
      </dgm:t>
    </dgm:pt>
    <dgm:pt modelId="{0428E885-A63F-4096-B959-D4ED8E991B6B}" type="parTrans" cxnId="{D838912A-FFDD-46DA-B441-23DB2AEA1591}">
      <dgm:prSet/>
      <dgm:spPr/>
      <dgm:t>
        <a:bodyPr/>
        <a:lstStyle/>
        <a:p>
          <a:endParaRPr lang="en-US"/>
        </a:p>
      </dgm:t>
    </dgm:pt>
    <dgm:pt modelId="{E6BB8284-DF2B-4B2D-AD7A-085B392EB1F6}" type="sibTrans" cxnId="{D838912A-FFDD-46DA-B441-23DB2AEA1591}">
      <dgm:prSet/>
      <dgm:spPr/>
      <dgm:t>
        <a:bodyPr/>
        <a:lstStyle/>
        <a:p>
          <a:endParaRPr lang="en-US"/>
        </a:p>
      </dgm:t>
    </dgm:pt>
    <dgm:pt modelId="{C98B4304-6E55-4216-8D8B-F4377E99BBBA}">
      <dgm:prSet/>
      <dgm:spPr/>
      <dgm:t>
        <a:bodyPr/>
        <a:lstStyle/>
        <a:p>
          <a:r>
            <a:rPr lang="en-US" dirty="0"/>
            <a:t>Offline LLM</a:t>
          </a:r>
        </a:p>
      </dgm:t>
    </dgm:pt>
    <dgm:pt modelId="{E128B92D-EF9E-4774-867C-05BA58493D85}" type="parTrans" cxnId="{1FBD820A-219C-4C2D-AF01-24251C4967DA}">
      <dgm:prSet/>
      <dgm:spPr/>
      <dgm:t>
        <a:bodyPr/>
        <a:lstStyle/>
        <a:p>
          <a:endParaRPr lang="en-US"/>
        </a:p>
      </dgm:t>
    </dgm:pt>
    <dgm:pt modelId="{4D25D4D7-B3DA-44B4-A18E-C291BCEFDC97}" type="sibTrans" cxnId="{1FBD820A-219C-4C2D-AF01-24251C4967DA}">
      <dgm:prSet/>
      <dgm:spPr/>
      <dgm:t>
        <a:bodyPr/>
        <a:lstStyle/>
        <a:p>
          <a:endParaRPr lang="en-US"/>
        </a:p>
      </dgm:t>
    </dgm:pt>
    <dgm:pt modelId="{03DFB11F-635A-407A-B12D-16413C97EEB7}">
      <dgm:prSet/>
      <dgm:spPr/>
      <dgm:t>
        <a:bodyPr/>
        <a:lstStyle/>
        <a:p>
          <a:r>
            <a:rPr lang="en-US" dirty="0"/>
            <a:t>Full screen reader replacement</a:t>
          </a:r>
        </a:p>
      </dgm:t>
    </dgm:pt>
    <dgm:pt modelId="{FA7B74F3-445D-41D4-9F0D-A0FDC9088DD8}" type="parTrans" cxnId="{279535CB-0F38-4BED-A7B5-A3C6CC6A9AA9}">
      <dgm:prSet/>
      <dgm:spPr/>
      <dgm:t>
        <a:bodyPr/>
        <a:lstStyle/>
        <a:p>
          <a:endParaRPr lang="en-US"/>
        </a:p>
      </dgm:t>
    </dgm:pt>
    <dgm:pt modelId="{A0C89631-E6B2-421A-BB2A-B1BF39401909}" type="sibTrans" cxnId="{279535CB-0F38-4BED-A7B5-A3C6CC6A9AA9}">
      <dgm:prSet/>
      <dgm:spPr/>
      <dgm:t>
        <a:bodyPr/>
        <a:lstStyle/>
        <a:p>
          <a:endParaRPr lang="en-US"/>
        </a:p>
      </dgm:t>
    </dgm:pt>
    <dgm:pt modelId="{7F0D117D-22E1-466C-933E-C684DCC8267B}" type="pres">
      <dgm:prSet presAssocID="{126C8A41-C0F5-4F1B-9A4D-ADDBCB172FD8}" presName="linear" presStyleCnt="0">
        <dgm:presLayoutVars>
          <dgm:animLvl val="lvl"/>
          <dgm:resizeHandles val="exact"/>
        </dgm:presLayoutVars>
      </dgm:prSet>
      <dgm:spPr/>
    </dgm:pt>
    <dgm:pt modelId="{8CFD3003-C00C-4C25-90D4-02559AB78057}" type="pres">
      <dgm:prSet presAssocID="{CE9BF88E-745F-42A7-A149-8C14FD5E130D}" presName="parentText" presStyleLbl="node1" presStyleIdx="0" presStyleCnt="6">
        <dgm:presLayoutVars>
          <dgm:chMax val="0"/>
          <dgm:bulletEnabled val="1"/>
        </dgm:presLayoutVars>
      </dgm:prSet>
      <dgm:spPr/>
    </dgm:pt>
    <dgm:pt modelId="{F32CF0F2-4DAC-4107-9644-58E420353E03}" type="pres">
      <dgm:prSet presAssocID="{B2E482F6-F305-42B2-9121-75BDB71751CE}" presName="spacer" presStyleCnt="0"/>
      <dgm:spPr/>
    </dgm:pt>
    <dgm:pt modelId="{ABA49D94-62E4-4C41-8396-E6B8E35BDB40}" type="pres">
      <dgm:prSet presAssocID="{59DEDDD4-32F2-4687-9E92-866DA5BFDC85}" presName="parentText" presStyleLbl="node1" presStyleIdx="1" presStyleCnt="6">
        <dgm:presLayoutVars>
          <dgm:chMax val="0"/>
          <dgm:bulletEnabled val="1"/>
        </dgm:presLayoutVars>
      </dgm:prSet>
      <dgm:spPr/>
    </dgm:pt>
    <dgm:pt modelId="{EA4B4AEE-F4C3-413C-946A-13FCFA5A0653}" type="pres">
      <dgm:prSet presAssocID="{E4342FCE-F65B-48D8-8B2E-A7F04410A40C}" presName="spacer" presStyleCnt="0"/>
      <dgm:spPr/>
    </dgm:pt>
    <dgm:pt modelId="{2F57E664-6CFC-4404-B593-0E3EB2CB4BC4}" type="pres">
      <dgm:prSet presAssocID="{A74367B6-9680-4966-BF4C-D681B0431179}" presName="parentText" presStyleLbl="node1" presStyleIdx="2" presStyleCnt="6">
        <dgm:presLayoutVars>
          <dgm:chMax val="0"/>
          <dgm:bulletEnabled val="1"/>
        </dgm:presLayoutVars>
      </dgm:prSet>
      <dgm:spPr/>
    </dgm:pt>
    <dgm:pt modelId="{B10BBF74-B21D-4711-BD7E-84107B0E1F43}" type="pres">
      <dgm:prSet presAssocID="{42326CE5-B2AB-48FB-992D-392639527AF9}" presName="spacer" presStyleCnt="0"/>
      <dgm:spPr/>
    </dgm:pt>
    <dgm:pt modelId="{A58ADFEF-A22B-4A20-B646-01FF3AA0B6C6}" type="pres">
      <dgm:prSet presAssocID="{24193623-EE2A-4E7A-996C-DD8B9CF6D420}" presName="parentText" presStyleLbl="node1" presStyleIdx="3" presStyleCnt="6">
        <dgm:presLayoutVars>
          <dgm:chMax val="0"/>
          <dgm:bulletEnabled val="1"/>
        </dgm:presLayoutVars>
      </dgm:prSet>
      <dgm:spPr/>
    </dgm:pt>
    <dgm:pt modelId="{D2EE8E69-7C49-4A72-9F84-826978CDA4D7}" type="pres">
      <dgm:prSet presAssocID="{E6BB8284-DF2B-4B2D-AD7A-085B392EB1F6}" presName="spacer" presStyleCnt="0"/>
      <dgm:spPr/>
    </dgm:pt>
    <dgm:pt modelId="{3633F6C7-7757-4879-A824-69BF1BEF2210}" type="pres">
      <dgm:prSet presAssocID="{C98B4304-6E55-4216-8D8B-F4377E99BBBA}" presName="parentText" presStyleLbl="node1" presStyleIdx="4" presStyleCnt="6">
        <dgm:presLayoutVars>
          <dgm:chMax val="0"/>
          <dgm:bulletEnabled val="1"/>
        </dgm:presLayoutVars>
      </dgm:prSet>
      <dgm:spPr/>
    </dgm:pt>
    <dgm:pt modelId="{6CC3364C-D90D-47AF-A5C3-8722131AFA94}" type="pres">
      <dgm:prSet presAssocID="{4D25D4D7-B3DA-44B4-A18E-C291BCEFDC97}" presName="spacer" presStyleCnt="0"/>
      <dgm:spPr/>
    </dgm:pt>
    <dgm:pt modelId="{AF2E57C2-2B13-4788-A565-9219CE9E5C3C}" type="pres">
      <dgm:prSet presAssocID="{03DFB11F-635A-407A-B12D-16413C97EEB7}" presName="parentText" presStyleLbl="node1" presStyleIdx="5" presStyleCnt="6">
        <dgm:presLayoutVars>
          <dgm:chMax val="0"/>
          <dgm:bulletEnabled val="1"/>
        </dgm:presLayoutVars>
      </dgm:prSet>
      <dgm:spPr/>
    </dgm:pt>
  </dgm:ptLst>
  <dgm:cxnLst>
    <dgm:cxn modelId="{1FBD820A-219C-4C2D-AF01-24251C4967DA}" srcId="{126C8A41-C0F5-4F1B-9A4D-ADDBCB172FD8}" destId="{C98B4304-6E55-4216-8D8B-F4377E99BBBA}" srcOrd="4" destOrd="0" parTransId="{E128B92D-EF9E-4774-867C-05BA58493D85}" sibTransId="{4D25D4D7-B3DA-44B4-A18E-C291BCEFDC97}"/>
    <dgm:cxn modelId="{D838912A-FFDD-46DA-B441-23DB2AEA1591}" srcId="{126C8A41-C0F5-4F1B-9A4D-ADDBCB172FD8}" destId="{24193623-EE2A-4E7A-996C-DD8B9CF6D420}" srcOrd="3" destOrd="0" parTransId="{0428E885-A63F-4096-B959-D4ED8E991B6B}" sibTransId="{E6BB8284-DF2B-4B2D-AD7A-085B392EB1F6}"/>
    <dgm:cxn modelId="{6715542D-BEBB-4CC4-A32A-778EA54A9205}" type="presOf" srcId="{C98B4304-6E55-4216-8D8B-F4377E99BBBA}" destId="{3633F6C7-7757-4879-A824-69BF1BEF2210}" srcOrd="0" destOrd="0" presId="urn:microsoft.com/office/officeart/2005/8/layout/vList2"/>
    <dgm:cxn modelId="{1873EA63-461C-451D-BDEE-344746B472D3}" type="presOf" srcId="{59DEDDD4-32F2-4687-9E92-866DA5BFDC85}" destId="{ABA49D94-62E4-4C41-8396-E6B8E35BDB40}" srcOrd="0" destOrd="0" presId="urn:microsoft.com/office/officeart/2005/8/layout/vList2"/>
    <dgm:cxn modelId="{2F010967-9D62-42A8-A424-35F8CC1EF643}" srcId="{126C8A41-C0F5-4F1B-9A4D-ADDBCB172FD8}" destId="{A74367B6-9680-4966-BF4C-D681B0431179}" srcOrd="2" destOrd="0" parTransId="{4AE058E1-EBBA-4ED2-A098-5A043F0E3826}" sibTransId="{42326CE5-B2AB-48FB-992D-392639527AF9}"/>
    <dgm:cxn modelId="{C1826947-CC37-4305-92D7-3D9F2BC2FED9}" type="presOf" srcId="{24193623-EE2A-4E7A-996C-DD8B9CF6D420}" destId="{A58ADFEF-A22B-4A20-B646-01FF3AA0B6C6}" srcOrd="0" destOrd="0" presId="urn:microsoft.com/office/officeart/2005/8/layout/vList2"/>
    <dgm:cxn modelId="{B934A955-900C-49E4-9DE9-806677A78BE1}" type="presOf" srcId="{A74367B6-9680-4966-BF4C-D681B0431179}" destId="{2F57E664-6CFC-4404-B593-0E3EB2CB4BC4}" srcOrd="0" destOrd="0" presId="urn:microsoft.com/office/officeart/2005/8/layout/vList2"/>
    <dgm:cxn modelId="{96E76390-409E-49A4-B524-8469AC6A4086}" type="presOf" srcId="{CE9BF88E-745F-42A7-A149-8C14FD5E130D}" destId="{8CFD3003-C00C-4C25-90D4-02559AB78057}" srcOrd="0" destOrd="0" presId="urn:microsoft.com/office/officeart/2005/8/layout/vList2"/>
    <dgm:cxn modelId="{279535CB-0F38-4BED-A7B5-A3C6CC6A9AA9}" srcId="{126C8A41-C0F5-4F1B-9A4D-ADDBCB172FD8}" destId="{03DFB11F-635A-407A-B12D-16413C97EEB7}" srcOrd="5" destOrd="0" parTransId="{FA7B74F3-445D-41D4-9F0D-A0FDC9088DD8}" sibTransId="{A0C89631-E6B2-421A-BB2A-B1BF39401909}"/>
    <dgm:cxn modelId="{38C6BACF-10ED-425C-96CA-A8EAA003AF31}" type="presOf" srcId="{126C8A41-C0F5-4F1B-9A4D-ADDBCB172FD8}" destId="{7F0D117D-22E1-466C-933E-C684DCC8267B}" srcOrd="0" destOrd="0" presId="urn:microsoft.com/office/officeart/2005/8/layout/vList2"/>
    <dgm:cxn modelId="{98E28EE9-04ED-4CE5-ABF7-4F80EC145D30}" type="presOf" srcId="{03DFB11F-635A-407A-B12D-16413C97EEB7}" destId="{AF2E57C2-2B13-4788-A565-9219CE9E5C3C}" srcOrd="0" destOrd="0" presId="urn:microsoft.com/office/officeart/2005/8/layout/vList2"/>
    <dgm:cxn modelId="{2C2237EA-14B8-4275-9D0F-E6FBD7DD4C8E}" srcId="{126C8A41-C0F5-4F1B-9A4D-ADDBCB172FD8}" destId="{59DEDDD4-32F2-4687-9E92-866DA5BFDC85}" srcOrd="1" destOrd="0" parTransId="{2F076E28-EFC4-497B-8F82-49CC98A6E4B3}" sibTransId="{E4342FCE-F65B-48D8-8B2E-A7F04410A40C}"/>
    <dgm:cxn modelId="{758E3DEF-E385-482B-B3C2-A14F6B743887}" srcId="{126C8A41-C0F5-4F1B-9A4D-ADDBCB172FD8}" destId="{CE9BF88E-745F-42A7-A149-8C14FD5E130D}" srcOrd="0" destOrd="0" parTransId="{A9C70A4E-3C46-428E-80E5-F804822D2BAB}" sibTransId="{B2E482F6-F305-42B2-9121-75BDB71751CE}"/>
    <dgm:cxn modelId="{58CD5B6B-12BE-4AD0-90E2-014F89B7BDEE}" type="presParOf" srcId="{7F0D117D-22E1-466C-933E-C684DCC8267B}" destId="{8CFD3003-C00C-4C25-90D4-02559AB78057}" srcOrd="0" destOrd="0" presId="urn:microsoft.com/office/officeart/2005/8/layout/vList2"/>
    <dgm:cxn modelId="{D388F9D7-63C8-4B9E-8CB1-12BC34512DDF}" type="presParOf" srcId="{7F0D117D-22E1-466C-933E-C684DCC8267B}" destId="{F32CF0F2-4DAC-4107-9644-58E420353E03}" srcOrd="1" destOrd="0" presId="urn:microsoft.com/office/officeart/2005/8/layout/vList2"/>
    <dgm:cxn modelId="{C2D60393-89CF-41E2-BF8D-C803DBEC11DC}" type="presParOf" srcId="{7F0D117D-22E1-466C-933E-C684DCC8267B}" destId="{ABA49D94-62E4-4C41-8396-E6B8E35BDB40}" srcOrd="2" destOrd="0" presId="urn:microsoft.com/office/officeart/2005/8/layout/vList2"/>
    <dgm:cxn modelId="{5B5C3D93-2E6E-4E27-9FFC-AC431447C5FE}" type="presParOf" srcId="{7F0D117D-22E1-466C-933E-C684DCC8267B}" destId="{EA4B4AEE-F4C3-413C-946A-13FCFA5A0653}" srcOrd="3" destOrd="0" presId="urn:microsoft.com/office/officeart/2005/8/layout/vList2"/>
    <dgm:cxn modelId="{A69305BC-6EF0-4CC6-AACB-AD04EC2068C8}" type="presParOf" srcId="{7F0D117D-22E1-466C-933E-C684DCC8267B}" destId="{2F57E664-6CFC-4404-B593-0E3EB2CB4BC4}" srcOrd="4" destOrd="0" presId="urn:microsoft.com/office/officeart/2005/8/layout/vList2"/>
    <dgm:cxn modelId="{44077079-3ECD-45CC-A1EB-6AB8CC2DF0E4}" type="presParOf" srcId="{7F0D117D-22E1-466C-933E-C684DCC8267B}" destId="{B10BBF74-B21D-4711-BD7E-84107B0E1F43}" srcOrd="5" destOrd="0" presId="urn:microsoft.com/office/officeart/2005/8/layout/vList2"/>
    <dgm:cxn modelId="{1FE56A9B-FF85-4DEE-AD70-FF267844BC3A}" type="presParOf" srcId="{7F0D117D-22E1-466C-933E-C684DCC8267B}" destId="{A58ADFEF-A22B-4A20-B646-01FF3AA0B6C6}" srcOrd="6" destOrd="0" presId="urn:microsoft.com/office/officeart/2005/8/layout/vList2"/>
    <dgm:cxn modelId="{9D7D4BF6-3B25-43C0-97C5-5150211035A6}" type="presParOf" srcId="{7F0D117D-22E1-466C-933E-C684DCC8267B}" destId="{D2EE8E69-7C49-4A72-9F84-826978CDA4D7}" srcOrd="7" destOrd="0" presId="urn:microsoft.com/office/officeart/2005/8/layout/vList2"/>
    <dgm:cxn modelId="{0DAD6C20-02CB-4C0C-8745-DA1BA5DAE2D3}" type="presParOf" srcId="{7F0D117D-22E1-466C-933E-C684DCC8267B}" destId="{3633F6C7-7757-4879-A824-69BF1BEF2210}" srcOrd="8" destOrd="0" presId="urn:microsoft.com/office/officeart/2005/8/layout/vList2"/>
    <dgm:cxn modelId="{5DDE2668-E18E-4E03-9ABE-B1EB3AFDF18A}" type="presParOf" srcId="{7F0D117D-22E1-466C-933E-C684DCC8267B}" destId="{6CC3364C-D90D-47AF-A5C3-8722131AFA94}" srcOrd="9" destOrd="0" presId="urn:microsoft.com/office/officeart/2005/8/layout/vList2"/>
    <dgm:cxn modelId="{B90A8498-11DA-450A-AEFC-E952F38A2457}" type="presParOf" srcId="{7F0D117D-22E1-466C-933E-C684DCC8267B}" destId="{AF2E57C2-2B13-4788-A565-9219CE9E5C3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D0B87-E0D0-4270-9F9C-DE36E03E8548}">
      <dsp:nvSpPr>
        <dsp:cNvPr id="0" name=""/>
        <dsp:cNvSpPr/>
      </dsp:nvSpPr>
      <dsp:spPr>
        <a:xfrm>
          <a:off x="0" y="1669"/>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15DAA4-5AFF-4946-9E1E-8A785597738B}">
      <dsp:nvSpPr>
        <dsp:cNvPr id="0" name=""/>
        <dsp:cNvSpPr/>
      </dsp:nvSpPr>
      <dsp:spPr>
        <a:xfrm>
          <a:off x="255971" y="192061"/>
          <a:ext cx="465402" cy="465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C25587-D495-4E0F-9181-B4833003723E}">
      <dsp:nvSpPr>
        <dsp:cNvPr id="0" name=""/>
        <dsp:cNvSpPr/>
      </dsp:nvSpPr>
      <dsp:spPr>
        <a:xfrm>
          <a:off x="977345" y="1669"/>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977900">
            <a:lnSpc>
              <a:spcPct val="90000"/>
            </a:lnSpc>
            <a:spcBef>
              <a:spcPct val="0"/>
            </a:spcBef>
            <a:spcAft>
              <a:spcPct val="35000"/>
            </a:spcAft>
            <a:buNone/>
          </a:pPr>
          <a:r>
            <a:rPr lang="en-US" sz="2200" kern="1200"/>
            <a:t>• Traditional screen readers read everything including ads, menus, and clutter.</a:t>
          </a:r>
        </a:p>
      </dsp:txBody>
      <dsp:txXfrm>
        <a:off x="977345" y="1669"/>
        <a:ext cx="6312851" cy="846186"/>
      </dsp:txXfrm>
    </dsp:sp>
    <dsp:sp modelId="{A9666AB0-7E64-4898-9269-133F218947A4}">
      <dsp:nvSpPr>
        <dsp:cNvPr id="0" name=""/>
        <dsp:cNvSpPr/>
      </dsp:nvSpPr>
      <dsp:spPr>
        <a:xfrm>
          <a:off x="0" y="1059402"/>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306BD5-6A77-4871-A6C5-EE192A01CC04}">
      <dsp:nvSpPr>
        <dsp:cNvPr id="0" name=""/>
        <dsp:cNvSpPr/>
      </dsp:nvSpPr>
      <dsp:spPr>
        <a:xfrm>
          <a:off x="255971" y="1249794"/>
          <a:ext cx="465402" cy="465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7A4B9D-02B2-4169-829C-ABDF8DF602F7}">
      <dsp:nvSpPr>
        <dsp:cNvPr id="0" name=""/>
        <dsp:cNvSpPr/>
      </dsp:nvSpPr>
      <dsp:spPr>
        <a:xfrm>
          <a:off x="977345" y="1059402"/>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977900">
            <a:lnSpc>
              <a:spcPct val="90000"/>
            </a:lnSpc>
            <a:spcBef>
              <a:spcPct val="0"/>
            </a:spcBef>
            <a:spcAft>
              <a:spcPct val="35000"/>
            </a:spcAft>
            <a:buNone/>
          </a:pPr>
          <a:r>
            <a:rPr lang="en-US" sz="2200" kern="1200"/>
            <a:t>• Users get overwhelmed, especially visually impaired users.</a:t>
          </a:r>
        </a:p>
      </dsp:txBody>
      <dsp:txXfrm>
        <a:off x="977345" y="1059402"/>
        <a:ext cx="6312851" cy="846186"/>
      </dsp:txXfrm>
    </dsp:sp>
    <dsp:sp modelId="{A6470850-58F6-44A4-8F40-2AD18E939A02}">
      <dsp:nvSpPr>
        <dsp:cNvPr id="0" name=""/>
        <dsp:cNvSpPr/>
      </dsp:nvSpPr>
      <dsp:spPr>
        <a:xfrm>
          <a:off x="0" y="2117135"/>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716429-C9AC-4092-940C-5E3C08DBF28C}">
      <dsp:nvSpPr>
        <dsp:cNvPr id="0" name=""/>
        <dsp:cNvSpPr/>
      </dsp:nvSpPr>
      <dsp:spPr>
        <a:xfrm>
          <a:off x="255971" y="2307527"/>
          <a:ext cx="465402" cy="465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795EF7-8A29-4EDA-8D27-906A2909D928}">
      <dsp:nvSpPr>
        <dsp:cNvPr id="0" name=""/>
        <dsp:cNvSpPr/>
      </dsp:nvSpPr>
      <dsp:spPr>
        <a:xfrm>
          <a:off x="977345" y="2117135"/>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977900">
            <a:lnSpc>
              <a:spcPct val="90000"/>
            </a:lnSpc>
            <a:spcBef>
              <a:spcPct val="0"/>
            </a:spcBef>
            <a:spcAft>
              <a:spcPct val="35000"/>
            </a:spcAft>
            <a:buNone/>
          </a:pPr>
          <a:r>
            <a:rPr lang="en-US" sz="2200" kern="1200"/>
            <a:t>• Many product websites use text inside images.</a:t>
          </a:r>
        </a:p>
      </dsp:txBody>
      <dsp:txXfrm>
        <a:off x="977345" y="2117135"/>
        <a:ext cx="6312851" cy="846186"/>
      </dsp:txXfrm>
    </dsp:sp>
    <dsp:sp modelId="{57333111-E106-41C2-9190-D0E8A943763C}">
      <dsp:nvSpPr>
        <dsp:cNvPr id="0" name=""/>
        <dsp:cNvSpPr/>
      </dsp:nvSpPr>
      <dsp:spPr>
        <a:xfrm>
          <a:off x="0" y="3174868"/>
          <a:ext cx="7290197" cy="8461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600A1-491E-4D15-A064-322D155ACCF2}">
      <dsp:nvSpPr>
        <dsp:cNvPr id="0" name=""/>
        <dsp:cNvSpPr/>
      </dsp:nvSpPr>
      <dsp:spPr>
        <a:xfrm>
          <a:off x="255971" y="3365260"/>
          <a:ext cx="465402" cy="465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7377FF-42CE-4073-864D-65054858C67D}">
      <dsp:nvSpPr>
        <dsp:cNvPr id="0" name=""/>
        <dsp:cNvSpPr/>
      </dsp:nvSpPr>
      <dsp:spPr>
        <a:xfrm>
          <a:off x="977345" y="3174868"/>
          <a:ext cx="6312851" cy="846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55" tIns="89555" rIns="89555" bIns="89555" numCol="1" spcCol="1270" anchor="ctr" anchorCtr="0">
          <a:noAutofit/>
        </a:bodyPr>
        <a:lstStyle/>
        <a:p>
          <a:pPr marL="0" lvl="0" indent="0" algn="l" defTabSz="977900">
            <a:lnSpc>
              <a:spcPct val="90000"/>
            </a:lnSpc>
            <a:spcBef>
              <a:spcPct val="0"/>
            </a:spcBef>
            <a:spcAft>
              <a:spcPct val="35000"/>
            </a:spcAft>
            <a:buNone/>
          </a:pPr>
          <a:r>
            <a:rPr lang="en-US" sz="2200" kern="1200"/>
            <a:t>• Our solution: AI-powered intelligent reading and navigation.</a:t>
          </a:r>
        </a:p>
      </dsp:txBody>
      <dsp:txXfrm>
        <a:off x="977345" y="3174868"/>
        <a:ext cx="6312851" cy="8461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EE75D9-8D86-44C9-8D60-95BA8F4BA75C}">
      <dsp:nvSpPr>
        <dsp:cNvPr id="0" name=""/>
        <dsp:cNvSpPr/>
      </dsp:nvSpPr>
      <dsp:spPr>
        <a:xfrm>
          <a:off x="839" y="120170"/>
          <a:ext cx="1791190" cy="107471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Extract meaningful webpage content</a:t>
          </a:r>
        </a:p>
      </dsp:txBody>
      <dsp:txXfrm>
        <a:off x="32316" y="151647"/>
        <a:ext cx="1728236" cy="1011760"/>
      </dsp:txXfrm>
    </dsp:sp>
    <dsp:sp modelId="{CCF441F8-1762-4395-8664-D139E0258206}">
      <dsp:nvSpPr>
        <dsp:cNvPr id="0" name=""/>
        <dsp:cNvSpPr/>
      </dsp:nvSpPr>
      <dsp:spPr>
        <a:xfrm>
          <a:off x="1949655" y="435420"/>
          <a:ext cx="379732" cy="444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949655" y="524263"/>
        <a:ext cx="265812" cy="266529"/>
      </dsp:txXfrm>
    </dsp:sp>
    <dsp:sp modelId="{384DE3FA-52C8-4C1E-A16F-36D848230DF3}">
      <dsp:nvSpPr>
        <dsp:cNvPr id="0" name=""/>
        <dsp:cNvSpPr/>
      </dsp:nvSpPr>
      <dsp:spPr>
        <a:xfrm>
          <a:off x="2508506" y="120170"/>
          <a:ext cx="1791190" cy="107471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Filter ads and noise</a:t>
          </a:r>
        </a:p>
      </dsp:txBody>
      <dsp:txXfrm>
        <a:off x="2539983" y="151647"/>
        <a:ext cx="1728236" cy="1011760"/>
      </dsp:txXfrm>
    </dsp:sp>
    <dsp:sp modelId="{EE360089-20B9-4FF5-B55D-5115C780C7C6}">
      <dsp:nvSpPr>
        <dsp:cNvPr id="0" name=""/>
        <dsp:cNvSpPr/>
      </dsp:nvSpPr>
      <dsp:spPr>
        <a:xfrm rot="5400000">
          <a:off x="3214235" y="1320268"/>
          <a:ext cx="379732" cy="444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270837" y="1352509"/>
        <a:ext cx="266529" cy="265812"/>
      </dsp:txXfrm>
    </dsp:sp>
    <dsp:sp modelId="{7F14EEE6-782E-4647-8B58-13676467E77F}">
      <dsp:nvSpPr>
        <dsp:cNvPr id="0" name=""/>
        <dsp:cNvSpPr/>
      </dsp:nvSpPr>
      <dsp:spPr>
        <a:xfrm>
          <a:off x="2508506" y="1911361"/>
          <a:ext cx="1791190" cy="107471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Summarize using NLP</a:t>
          </a:r>
        </a:p>
      </dsp:txBody>
      <dsp:txXfrm>
        <a:off x="2539983" y="1942838"/>
        <a:ext cx="1728236" cy="1011760"/>
      </dsp:txXfrm>
    </dsp:sp>
    <dsp:sp modelId="{023A6151-81DB-4443-97B4-C0FD64F45BD5}">
      <dsp:nvSpPr>
        <dsp:cNvPr id="0" name=""/>
        <dsp:cNvSpPr/>
      </dsp:nvSpPr>
      <dsp:spPr>
        <a:xfrm rot="10800000">
          <a:off x="1971149" y="2226610"/>
          <a:ext cx="379732" cy="444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085069" y="2315453"/>
        <a:ext cx="265812" cy="266529"/>
      </dsp:txXfrm>
    </dsp:sp>
    <dsp:sp modelId="{37801CFE-7779-4816-BEC3-1FBFEFF7495E}">
      <dsp:nvSpPr>
        <dsp:cNvPr id="0" name=""/>
        <dsp:cNvSpPr/>
      </dsp:nvSpPr>
      <dsp:spPr>
        <a:xfrm>
          <a:off x="839" y="1911361"/>
          <a:ext cx="1791190" cy="107471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Speak summaries using TTS</a:t>
          </a:r>
        </a:p>
      </dsp:txBody>
      <dsp:txXfrm>
        <a:off x="32316" y="1942838"/>
        <a:ext cx="1728236" cy="1011760"/>
      </dsp:txXfrm>
    </dsp:sp>
    <dsp:sp modelId="{1AB37DD8-87B7-4199-A1BB-94A2D9C83373}">
      <dsp:nvSpPr>
        <dsp:cNvPr id="0" name=""/>
        <dsp:cNvSpPr/>
      </dsp:nvSpPr>
      <dsp:spPr>
        <a:xfrm rot="5400000">
          <a:off x="706568" y="3111458"/>
          <a:ext cx="379732" cy="444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63170" y="3143699"/>
        <a:ext cx="266529" cy="265812"/>
      </dsp:txXfrm>
    </dsp:sp>
    <dsp:sp modelId="{AE351B3D-B3F8-47AF-AF81-6AE2B8C55511}">
      <dsp:nvSpPr>
        <dsp:cNvPr id="0" name=""/>
        <dsp:cNvSpPr/>
      </dsp:nvSpPr>
      <dsp:spPr>
        <a:xfrm>
          <a:off x="839" y="3702551"/>
          <a:ext cx="1791190" cy="107471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Voice-based navigation and OCR for complex sites</a:t>
          </a:r>
        </a:p>
      </dsp:txBody>
      <dsp:txXfrm>
        <a:off x="32316" y="3734028"/>
        <a:ext cx="1728236" cy="10117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75D02-5F57-4C17-AA48-D82223308A4C}">
      <dsp:nvSpPr>
        <dsp:cNvPr id="0" name=""/>
        <dsp:cNvSpPr/>
      </dsp:nvSpPr>
      <dsp:spPr>
        <a:xfrm>
          <a:off x="0" y="3844"/>
          <a:ext cx="4231481" cy="818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70EB74-D30F-4E16-9543-A4F18D58CB95}">
      <dsp:nvSpPr>
        <dsp:cNvPr id="0" name=""/>
        <dsp:cNvSpPr/>
      </dsp:nvSpPr>
      <dsp:spPr>
        <a:xfrm>
          <a:off x="247725" y="188103"/>
          <a:ext cx="450409" cy="4504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016EDA-CF30-47F2-9E3D-847FC213A047}">
      <dsp:nvSpPr>
        <dsp:cNvPr id="0" name=""/>
        <dsp:cNvSpPr/>
      </dsp:nvSpPr>
      <dsp:spPr>
        <a:xfrm>
          <a:off x="945860" y="3844"/>
          <a:ext cx="3285620" cy="818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670" tIns="86670" rIns="86670" bIns="86670" numCol="1" spcCol="1270" anchor="ctr" anchorCtr="0">
          <a:noAutofit/>
        </a:bodyPr>
        <a:lstStyle/>
        <a:p>
          <a:pPr marL="0" lvl="0" indent="0" algn="l" defTabSz="844550">
            <a:lnSpc>
              <a:spcPct val="90000"/>
            </a:lnSpc>
            <a:spcBef>
              <a:spcPct val="0"/>
            </a:spcBef>
            <a:spcAft>
              <a:spcPct val="35000"/>
            </a:spcAft>
            <a:buNone/>
          </a:pPr>
          <a:r>
            <a:rPr lang="en-US" sz="1900" kern="1200" dirty="0"/>
            <a:t>80% accurate content segmentation</a:t>
          </a:r>
        </a:p>
      </dsp:txBody>
      <dsp:txXfrm>
        <a:off x="945860" y="3844"/>
        <a:ext cx="3285620" cy="818926"/>
      </dsp:txXfrm>
    </dsp:sp>
    <dsp:sp modelId="{F396C0AF-5356-48B1-8246-81C1CD979161}">
      <dsp:nvSpPr>
        <dsp:cNvPr id="0" name=""/>
        <dsp:cNvSpPr/>
      </dsp:nvSpPr>
      <dsp:spPr>
        <a:xfrm>
          <a:off x="0" y="1027503"/>
          <a:ext cx="4231481" cy="818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E27B0-9738-434C-9388-1357E1671588}">
      <dsp:nvSpPr>
        <dsp:cNvPr id="0" name=""/>
        <dsp:cNvSpPr/>
      </dsp:nvSpPr>
      <dsp:spPr>
        <a:xfrm>
          <a:off x="247725" y="1211761"/>
          <a:ext cx="450409" cy="4504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4792D1-29A1-44BE-ADAD-921CF1FC6B62}">
      <dsp:nvSpPr>
        <dsp:cNvPr id="0" name=""/>
        <dsp:cNvSpPr/>
      </dsp:nvSpPr>
      <dsp:spPr>
        <a:xfrm>
          <a:off x="945860" y="1027503"/>
          <a:ext cx="3285620" cy="818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670" tIns="86670" rIns="86670" bIns="86670" numCol="1" spcCol="1270" anchor="ctr" anchorCtr="0">
          <a:noAutofit/>
        </a:bodyPr>
        <a:lstStyle/>
        <a:p>
          <a:pPr marL="0" lvl="0" indent="0" algn="l" defTabSz="844550">
            <a:lnSpc>
              <a:spcPct val="90000"/>
            </a:lnSpc>
            <a:spcBef>
              <a:spcPct val="0"/>
            </a:spcBef>
            <a:spcAft>
              <a:spcPct val="35000"/>
            </a:spcAft>
            <a:buNone/>
          </a:pPr>
          <a:r>
            <a:rPr lang="en-US" sz="1900" kern="1200" dirty="0"/>
            <a:t>70–90% summarization quality</a:t>
          </a:r>
        </a:p>
      </dsp:txBody>
      <dsp:txXfrm>
        <a:off x="945860" y="1027503"/>
        <a:ext cx="3285620" cy="818926"/>
      </dsp:txXfrm>
    </dsp:sp>
    <dsp:sp modelId="{AF8AD5B8-7DEB-45B5-BCC2-D307391D0BC3}">
      <dsp:nvSpPr>
        <dsp:cNvPr id="0" name=""/>
        <dsp:cNvSpPr/>
      </dsp:nvSpPr>
      <dsp:spPr>
        <a:xfrm>
          <a:off x="0" y="2051161"/>
          <a:ext cx="4231481" cy="818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5918E2-F6A8-4BC1-BAF8-4867B0F6417B}">
      <dsp:nvSpPr>
        <dsp:cNvPr id="0" name=""/>
        <dsp:cNvSpPr/>
      </dsp:nvSpPr>
      <dsp:spPr>
        <a:xfrm>
          <a:off x="247725" y="2235420"/>
          <a:ext cx="450409" cy="4504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B4EFBA-05ED-4ED9-9260-12CF209CF073}">
      <dsp:nvSpPr>
        <dsp:cNvPr id="0" name=""/>
        <dsp:cNvSpPr/>
      </dsp:nvSpPr>
      <dsp:spPr>
        <a:xfrm>
          <a:off x="945860" y="2051161"/>
          <a:ext cx="3285620" cy="818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670" tIns="86670" rIns="86670" bIns="86670" numCol="1" spcCol="1270" anchor="ctr" anchorCtr="0">
          <a:noAutofit/>
        </a:bodyPr>
        <a:lstStyle/>
        <a:p>
          <a:pPr marL="0" lvl="0" indent="0" algn="l" defTabSz="844550">
            <a:lnSpc>
              <a:spcPct val="90000"/>
            </a:lnSpc>
            <a:spcBef>
              <a:spcPct val="0"/>
            </a:spcBef>
            <a:spcAft>
              <a:spcPct val="35000"/>
            </a:spcAft>
            <a:buNone/>
          </a:pPr>
          <a:r>
            <a:rPr lang="en-US" sz="1900" kern="1200" dirty="0"/>
            <a:t>95% accurate button/control detection</a:t>
          </a:r>
        </a:p>
      </dsp:txBody>
      <dsp:txXfrm>
        <a:off x="945860" y="2051161"/>
        <a:ext cx="3285620" cy="818926"/>
      </dsp:txXfrm>
    </dsp:sp>
    <dsp:sp modelId="{9553EE9B-B2F5-4A1C-AA06-B8F21837B1C8}">
      <dsp:nvSpPr>
        <dsp:cNvPr id="0" name=""/>
        <dsp:cNvSpPr/>
      </dsp:nvSpPr>
      <dsp:spPr>
        <a:xfrm>
          <a:off x="0" y="3074820"/>
          <a:ext cx="4231481" cy="818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15A8A-8AD5-4824-9249-AE74752BCBC6}">
      <dsp:nvSpPr>
        <dsp:cNvPr id="0" name=""/>
        <dsp:cNvSpPr/>
      </dsp:nvSpPr>
      <dsp:spPr>
        <a:xfrm>
          <a:off x="247725" y="3259078"/>
          <a:ext cx="450409" cy="4504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BA471-5F8A-4F42-9DAE-1D6499F1CA0C}">
      <dsp:nvSpPr>
        <dsp:cNvPr id="0" name=""/>
        <dsp:cNvSpPr/>
      </dsp:nvSpPr>
      <dsp:spPr>
        <a:xfrm>
          <a:off x="945860" y="3074820"/>
          <a:ext cx="3285620" cy="818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670" tIns="86670" rIns="86670" bIns="86670" numCol="1" spcCol="1270" anchor="ctr" anchorCtr="0">
          <a:noAutofit/>
        </a:bodyPr>
        <a:lstStyle/>
        <a:p>
          <a:pPr marL="0" lvl="0" indent="0" algn="l" defTabSz="844550">
            <a:lnSpc>
              <a:spcPct val="90000"/>
            </a:lnSpc>
            <a:spcBef>
              <a:spcPct val="0"/>
            </a:spcBef>
            <a:spcAft>
              <a:spcPct val="35000"/>
            </a:spcAft>
            <a:buNone/>
          </a:pPr>
          <a:r>
            <a:rPr lang="en-US" sz="1900" kern="1200" dirty="0"/>
            <a:t>OCR boosts performance on product tiles</a:t>
          </a:r>
        </a:p>
      </dsp:txBody>
      <dsp:txXfrm>
        <a:off x="945860" y="3074820"/>
        <a:ext cx="3285620" cy="818926"/>
      </dsp:txXfrm>
    </dsp:sp>
    <dsp:sp modelId="{5D24304F-A754-4048-B885-37AF38ED6591}">
      <dsp:nvSpPr>
        <dsp:cNvPr id="0" name=""/>
        <dsp:cNvSpPr/>
      </dsp:nvSpPr>
      <dsp:spPr>
        <a:xfrm>
          <a:off x="0" y="4098478"/>
          <a:ext cx="4231481" cy="818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7F24F8-723E-43EB-B854-E72760C8C729}">
      <dsp:nvSpPr>
        <dsp:cNvPr id="0" name=""/>
        <dsp:cNvSpPr/>
      </dsp:nvSpPr>
      <dsp:spPr>
        <a:xfrm>
          <a:off x="247725" y="4282737"/>
          <a:ext cx="450409" cy="4504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D41FA6-A50A-4681-8CC7-82F959FD3E66}">
      <dsp:nvSpPr>
        <dsp:cNvPr id="0" name=""/>
        <dsp:cNvSpPr/>
      </dsp:nvSpPr>
      <dsp:spPr>
        <a:xfrm>
          <a:off x="945860" y="4098478"/>
          <a:ext cx="3285620" cy="818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670" tIns="86670" rIns="86670" bIns="86670" numCol="1" spcCol="1270" anchor="ctr" anchorCtr="0">
          <a:noAutofit/>
        </a:bodyPr>
        <a:lstStyle/>
        <a:p>
          <a:pPr marL="0" lvl="0" indent="0" algn="l" defTabSz="844550">
            <a:lnSpc>
              <a:spcPct val="90000"/>
            </a:lnSpc>
            <a:spcBef>
              <a:spcPct val="0"/>
            </a:spcBef>
            <a:spcAft>
              <a:spcPct val="35000"/>
            </a:spcAft>
            <a:buNone/>
          </a:pPr>
          <a:r>
            <a:rPr lang="en-US" sz="1900" kern="1200" dirty="0"/>
            <a:t>Voice navigation works reliably</a:t>
          </a:r>
        </a:p>
      </dsp:txBody>
      <dsp:txXfrm>
        <a:off x="945860" y="4098478"/>
        <a:ext cx="3285620" cy="8189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FD3003-C00C-4C25-90D4-02559AB78057}">
      <dsp:nvSpPr>
        <dsp:cNvPr id="0" name=""/>
        <dsp:cNvSpPr/>
      </dsp:nvSpPr>
      <dsp:spPr>
        <a:xfrm>
          <a:off x="0" y="372445"/>
          <a:ext cx="4231481" cy="65285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AI Smart Reader merges NLP, OCR, browser scripting, and accessibility design.</a:t>
          </a:r>
        </a:p>
      </dsp:txBody>
      <dsp:txXfrm>
        <a:off x="31870" y="404315"/>
        <a:ext cx="4167741" cy="589119"/>
      </dsp:txXfrm>
    </dsp:sp>
    <dsp:sp modelId="{ABA49D94-62E4-4C41-8396-E6B8E35BDB40}">
      <dsp:nvSpPr>
        <dsp:cNvPr id="0" name=""/>
        <dsp:cNvSpPr/>
      </dsp:nvSpPr>
      <dsp:spPr>
        <a:xfrm>
          <a:off x="0" y="1077145"/>
          <a:ext cx="4231481" cy="652859"/>
        </a:xfrm>
        <a:prstGeom prst="roundRect">
          <a:avLst/>
        </a:prstGeom>
        <a:solidFill>
          <a:schemeClr val="accent2">
            <a:hueOff val="-264675"/>
            <a:satOff val="298"/>
            <a:lumOff val="70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Version 1 created the foundation; Version 2 added intelligence and interaction.</a:t>
          </a:r>
        </a:p>
      </dsp:txBody>
      <dsp:txXfrm>
        <a:off x="31870" y="1109015"/>
        <a:ext cx="4167741" cy="589119"/>
      </dsp:txXfrm>
    </dsp:sp>
    <dsp:sp modelId="{2F57E664-6CFC-4404-B593-0E3EB2CB4BC4}">
      <dsp:nvSpPr>
        <dsp:cNvPr id="0" name=""/>
        <dsp:cNvSpPr/>
      </dsp:nvSpPr>
      <dsp:spPr>
        <a:xfrm>
          <a:off x="0" y="1781845"/>
          <a:ext cx="4231481" cy="652859"/>
        </a:xfrm>
        <a:prstGeom prst="roundRect">
          <a:avLst/>
        </a:prstGeom>
        <a:solidFill>
          <a:schemeClr val="accent2">
            <a:hueOff val="-529349"/>
            <a:satOff val="597"/>
            <a:lumOff val="141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Future Work:</a:t>
          </a:r>
        </a:p>
      </dsp:txBody>
      <dsp:txXfrm>
        <a:off x="31870" y="1813715"/>
        <a:ext cx="4167741" cy="589119"/>
      </dsp:txXfrm>
    </dsp:sp>
    <dsp:sp modelId="{A58ADFEF-A22B-4A20-B646-01FF3AA0B6C6}">
      <dsp:nvSpPr>
        <dsp:cNvPr id="0" name=""/>
        <dsp:cNvSpPr/>
      </dsp:nvSpPr>
      <dsp:spPr>
        <a:xfrm>
          <a:off x="0" y="2486545"/>
          <a:ext cx="4231481" cy="652859"/>
        </a:xfrm>
        <a:prstGeom prst="roundRect">
          <a:avLst/>
        </a:prstGeom>
        <a:solidFill>
          <a:schemeClr val="accent2">
            <a:hueOff val="-794024"/>
            <a:satOff val="895"/>
            <a:lumOff val="211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Multilingual support</a:t>
          </a:r>
        </a:p>
      </dsp:txBody>
      <dsp:txXfrm>
        <a:off x="31870" y="2518415"/>
        <a:ext cx="4167741" cy="589119"/>
      </dsp:txXfrm>
    </dsp:sp>
    <dsp:sp modelId="{3633F6C7-7757-4879-A824-69BF1BEF2210}">
      <dsp:nvSpPr>
        <dsp:cNvPr id="0" name=""/>
        <dsp:cNvSpPr/>
      </dsp:nvSpPr>
      <dsp:spPr>
        <a:xfrm>
          <a:off x="0" y="3191245"/>
          <a:ext cx="4231481" cy="652859"/>
        </a:xfrm>
        <a:prstGeom prst="roundRect">
          <a:avLst/>
        </a:prstGeom>
        <a:solidFill>
          <a:schemeClr val="accent2">
            <a:hueOff val="-1058698"/>
            <a:satOff val="1194"/>
            <a:lumOff val="2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Offline LLM</a:t>
          </a:r>
        </a:p>
      </dsp:txBody>
      <dsp:txXfrm>
        <a:off x="31870" y="3223115"/>
        <a:ext cx="4167741" cy="589119"/>
      </dsp:txXfrm>
    </dsp:sp>
    <dsp:sp modelId="{AF2E57C2-2B13-4788-A565-9219CE9E5C3C}">
      <dsp:nvSpPr>
        <dsp:cNvPr id="0" name=""/>
        <dsp:cNvSpPr/>
      </dsp:nvSpPr>
      <dsp:spPr>
        <a:xfrm>
          <a:off x="0" y="3895944"/>
          <a:ext cx="4231481" cy="652859"/>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Full screen reader replacement</a:t>
          </a:r>
        </a:p>
      </dsp:txBody>
      <dsp:txXfrm>
        <a:off x="31870" y="3927814"/>
        <a:ext cx="4167741" cy="58911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A11B84-3B92-4FC7-8169-F8C2D1B3C901}" type="datetimeFigureOut">
              <a:rPr lang="en-US" smtClean="0"/>
              <a:t>12/10/2025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00E1D4-F012-4B23-A1DC-93DBC10241EB}" type="slidenum">
              <a:rPr lang="en-US" smtClean="0"/>
              <a:t>‹#›</a:t>
            </a:fld>
            <a:endParaRPr lang="en-US"/>
          </a:p>
        </p:txBody>
      </p:sp>
    </p:spTree>
    <p:extLst>
      <p:ext uri="{BB962C8B-B14F-4D97-AF65-F5344CB8AC3E}">
        <p14:creationId xmlns:p14="http://schemas.microsoft.com/office/powerpoint/2010/main" val="325957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771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709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773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5212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7236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063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8100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7123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25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707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265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9144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9144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75620" y="232913"/>
            <a:ext cx="5322700" cy="3830130"/>
          </a:xfrm>
        </p:spPr>
        <p:txBody>
          <a:bodyPr anchor="b">
            <a:noAutofit/>
          </a:bodyPr>
          <a:lstStyle>
            <a:lvl1pPr algn="l">
              <a:defRPr sz="4500" b="1">
                <a:latin typeface="+mj-lt"/>
              </a:defRPr>
            </a:lvl1pPr>
          </a:lstStyle>
          <a:p>
            <a:r>
              <a:rPr lang="en-US" dirty="0"/>
              <a:t>Click to add title</a:t>
            </a:r>
          </a:p>
        </p:txBody>
      </p:sp>
    </p:spTree>
    <p:extLst>
      <p:ext uri="{BB962C8B-B14F-4D97-AF65-F5344CB8AC3E}">
        <p14:creationId xmlns:p14="http://schemas.microsoft.com/office/powerpoint/2010/main" val="2931178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12/10/2025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62944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273885" y="1132603"/>
            <a:ext cx="9008533" cy="2974916"/>
          </a:xfrm>
        </p:spPr>
        <p:txBody>
          <a:bodyPr/>
          <a:lstStyle/>
          <a:p>
            <a:r>
              <a:rPr lang="en-US" dirty="0"/>
              <a:t>WEB CONTENT SUMMARIZATION &amp; ACCESSIBILITY WITH VOICE OUTPUT</a:t>
            </a:r>
          </a:p>
        </p:txBody>
      </p:sp>
      <p:sp>
        <p:nvSpPr>
          <p:cNvPr id="3" name="TextBox 2">
            <a:extLst>
              <a:ext uri="{FF2B5EF4-FFF2-40B4-BE49-F238E27FC236}">
                <a16:creationId xmlns:a16="http://schemas.microsoft.com/office/drawing/2014/main" id="{7D9FE132-FB7D-B054-A07A-7FA9EF3E8CCE}"/>
              </a:ext>
            </a:extLst>
          </p:cNvPr>
          <p:cNvSpPr txBox="1"/>
          <p:nvPr/>
        </p:nvSpPr>
        <p:spPr>
          <a:xfrm>
            <a:off x="1490133" y="4294717"/>
            <a:ext cx="5952067" cy="1685077"/>
          </a:xfrm>
          <a:prstGeom prst="rect">
            <a:avLst/>
          </a:prstGeom>
          <a:noFill/>
        </p:spPr>
        <p:txBody>
          <a:bodyPr wrap="square" rtlCol="0">
            <a:spAutoFit/>
          </a:bodyPr>
          <a:lstStyle/>
          <a:p>
            <a:pPr algn="ctr">
              <a:lnSpc>
                <a:spcPts val="2730"/>
              </a:lnSpc>
            </a:pPr>
            <a:r>
              <a:rPr lang="en-US" sz="1350" dirty="0">
                <a:latin typeface="Squada One"/>
                <a:ea typeface="Squada One"/>
                <a:cs typeface="Squada One"/>
                <a:sym typeface="Squada One"/>
              </a:rPr>
              <a:t>TEAM MEMBERS</a:t>
            </a:r>
          </a:p>
          <a:p>
            <a:pPr algn="ctr">
              <a:lnSpc>
                <a:spcPts val="2730"/>
              </a:lnSpc>
            </a:pPr>
            <a:r>
              <a:rPr lang="en-US" sz="1350" dirty="0">
                <a:latin typeface="Squada One"/>
                <a:ea typeface="Squada One"/>
                <a:cs typeface="Squada One"/>
                <a:sym typeface="Squada One"/>
              </a:rPr>
              <a:t>SANJANA SANGA</a:t>
            </a:r>
          </a:p>
          <a:p>
            <a:pPr algn="ctr">
              <a:lnSpc>
                <a:spcPts val="2730"/>
              </a:lnSpc>
            </a:pPr>
            <a:r>
              <a:rPr lang="en-US" sz="1350" dirty="0">
                <a:latin typeface="Squada One"/>
                <a:ea typeface="Squada One"/>
                <a:cs typeface="Squada One"/>
                <a:sym typeface="Squada One"/>
              </a:rPr>
              <a:t>SUHAS PANUGANTI</a:t>
            </a:r>
          </a:p>
          <a:p>
            <a:pPr algn="ctr">
              <a:lnSpc>
                <a:spcPts val="2730"/>
              </a:lnSpc>
            </a:pPr>
            <a:r>
              <a:rPr lang="en-US" sz="1350" dirty="0">
                <a:latin typeface="Squada One"/>
                <a:ea typeface="Squada One"/>
                <a:cs typeface="Squada One"/>
                <a:sym typeface="Squada One"/>
              </a:rPr>
              <a:t>RISHIKESH REDDY MAMILLA</a:t>
            </a:r>
          </a:p>
          <a:p>
            <a:endParaRPr lang="en-IN" sz="1350"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869149" y="933766"/>
            <a:ext cx="7334387" cy="1308311"/>
          </a:xfrm>
        </p:spPr>
        <p:txBody>
          <a:bodyPr/>
          <a:lstStyle/>
          <a:p>
            <a:r>
              <a:rPr lang="en-US" dirty="0"/>
              <a:t>TABLE OF CONTENTS</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869149" y="2370350"/>
            <a:ext cx="7563651" cy="3439900"/>
          </a:xfrm>
        </p:spPr>
        <p:txBody>
          <a:bodyPr vert="horz" lIns="68580" tIns="34290" rIns="68580" bIns="34290" rtlCol="0" anchor="t">
            <a:normAutofit lnSpcReduction="10000"/>
          </a:bodyPr>
          <a:lstStyle/>
          <a:p>
            <a:pPr marL="342900" indent="-342900">
              <a:buFont typeface="Arial" panose="020B0604020202020204" pitchFamily="34" charset="0"/>
              <a:buChar char="•"/>
            </a:pPr>
            <a:r>
              <a:rPr lang="en-US" dirty="0"/>
              <a:t>ABSTRACT</a:t>
            </a:r>
          </a:p>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CORE IDEA</a:t>
            </a:r>
          </a:p>
          <a:p>
            <a:pPr marL="342900" indent="-342900">
              <a:buFont typeface="Arial" panose="020B0604020202020204" pitchFamily="34" charset="0"/>
              <a:buChar char="•"/>
            </a:pPr>
            <a:r>
              <a:rPr lang="en-US" dirty="0"/>
              <a:t>WORK PLAN</a:t>
            </a:r>
          </a:p>
          <a:p>
            <a:pPr marL="342900" indent="-342900">
              <a:buFont typeface="Arial" panose="020B0604020202020204" pitchFamily="34" charset="0"/>
              <a:buChar char="•"/>
            </a:pPr>
            <a:r>
              <a:rPr lang="en-US" dirty="0"/>
              <a:t>ARCHITECTURE</a:t>
            </a:r>
          </a:p>
          <a:p>
            <a:pPr marL="342900" indent="-342900">
              <a:buFont typeface="Arial" panose="020B0604020202020204" pitchFamily="34" charset="0"/>
              <a:buChar char="•"/>
            </a:pPr>
            <a:r>
              <a:rPr lang="en-US" dirty="0"/>
              <a:t>SYSTEM DESIGN</a:t>
            </a:r>
          </a:p>
          <a:p>
            <a:pPr marL="342900" indent="-342900">
              <a:buFont typeface="Arial" panose="020B0604020202020204" pitchFamily="34" charset="0"/>
              <a:buChar char="•"/>
            </a:pPr>
            <a:r>
              <a:rPr lang="en-US" dirty="0"/>
              <a:t>RESULTS</a:t>
            </a:r>
          </a:p>
          <a:p>
            <a:pPr marL="342900" indent="-342900">
              <a:buFont typeface="Arial" panose="020B0604020202020204" pitchFamily="34" charset="0"/>
              <a:buChar char="•"/>
            </a:pPr>
            <a:r>
              <a:rPr lang="en-US" dirty="0"/>
              <a:t>CONCLUSION</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4889-6E86-C229-5AB1-320ABEDA3C1A}"/>
              </a:ext>
            </a:extLst>
          </p:cNvPr>
          <p:cNvSpPr>
            <a:spLocks noGrp="1"/>
          </p:cNvSpPr>
          <p:nvPr>
            <p:ph type="title"/>
          </p:nvPr>
        </p:nvSpPr>
        <p:spPr>
          <a:xfrm>
            <a:off x="703162" y="933766"/>
            <a:ext cx="7500374" cy="930482"/>
          </a:xfrm>
        </p:spPr>
        <p:txBody>
          <a:bodyPr/>
          <a:lstStyle/>
          <a:p>
            <a:r>
              <a:rPr lang="en-IN" sz="3600" dirty="0">
                <a:latin typeface="Calibri" panose="020F0502020204030204" pitchFamily="34" charset="0"/>
                <a:ea typeface="Calibri" panose="020F0502020204030204" pitchFamily="34" charset="0"/>
                <a:cs typeface="Calibri" panose="020F0502020204030204" pitchFamily="34" charset="0"/>
              </a:rPr>
              <a:t>ABSTRACT</a:t>
            </a:r>
          </a:p>
        </p:txBody>
      </p:sp>
      <p:sp>
        <p:nvSpPr>
          <p:cNvPr id="3" name="Content Placeholder 2">
            <a:extLst>
              <a:ext uri="{FF2B5EF4-FFF2-40B4-BE49-F238E27FC236}">
                <a16:creationId xmlns:a16="http://schemas.microsoft.com/office/drawing/2014/main" id="{FC189FC9-B65F-725B-7983-3731F57E92E4}"/>
              </a:ext>
            </a:extLst>
          </p:cNvPr>
          <p:cNvSpPr>
            <a:spLocks noGrp="1"/>
          </p:cNvSpPr>
          <p:nvPr>
            <p:ph idx="1"/>
          </p:nvPr>
        </p:nvSpPr>
        <p:spPr>
          <a:xfrm>
            <a:off x="590309" y="2124679"/>
            <a:ext cx="7917083" cy="3799556"/>
          </a:xfrm>
        </p:spPr>
        <p:txBody>
          <a:bodyPr>
            <a:normAutofit/>
          </a:bodyPr>
          <a:lstStyle/>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sym typeface="Montserrat"/>
              </a:rPr>
              <a:t>Visually impaired users struggle to navigate modern websites that are cluttered with advertisements, multimedia, and dynamically loaded content. Traditional screen readers read every element sequentially, including irrelevant sections, which overwhelms users and makes it difficult to identify the main information they need. This results in information overload, slower comprehension, and frustration during even simple browsing tasks. As websites continue to evolve with complex layouts and interactive features, existing accessibility tools fail to provide clarity, efficiency, or continuity across sessions. The gap between rapidly advancing web technologies and outdated accessibility methods highlights the urgent need for more adaptive and user-friendly solutions that truly meet the needs of visually impaired users.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974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32BFB-424B-4F13-DBAD-222C0EC5D0BC}"/>
              </a:ext>
            </a:extLst>
          </p:cNvPr>
          <p:cNvSpPr>
            <a:spLocks noGrp="1"/>
          </p:cNvSpPr>
          <p:nvPr>
            <p:ph type="title"/>
          </p:nvPr>
        </p:nvSpPr>
        <p:spPr>
          <a:xfrm>
            <a:off x="729205" y="933766"/>
            <a:ext cx="7474331" cy="782905"/>
          </a:xfrm>
        </p:spPr>
        <p:txBody>
          <a:bodyPr/>
          <a:lstStyle/>
          <a:p>
            <a:r>
              <a:rPr lang="en-IN" sz="3600" dirty="0">
                <a:latin typeface="Calibri" panose="020F0502020204030204" pitchFamily="34" charset="0"/>
                <a:ea typeface="Calibri" panose="020F0502020204030204" pitchFamily="34" charset="0"/>
                <a:cs typeface="Calibri" panose="020F0502020204030204" pitchFamily="34" charset="0"/>
              </a:rPr>
              <a:t>INTRODUCTION</a:t>
            </a:r>
            <a:r>
              <a:rPr lang="en-IN" dirty="0">
                <a:latin typeface="Calibri" panose="020F0502020204030204" pitchFamily="34" charset="0"/>
                <a:ea typeface="Calibri" panose="020F0502020204030204" pitchFamily="34" charset="0"/>
                <a:cs typeface="Calibri" panose="020F0502020204030204" pitchFamily="34" charset="0"/>
              </a:rPr>
              <a:t> </a:t>
            </a:r>
          </a:p>
        </p:txBody>
      </p:sp>
      <p:sp>
        <p:nvSpPr>
          <p:cNvPr id="3" name="Content Placeholder 2">
            <a:extLst>
              <a:ext uri="{FF2B5EF4-FFF2-40B4-BE49-F238E27FC236}">
                <a16:creationId xmlns:a16="http://schemas.microsoft.com/office/drawing/2014/main" id="{21858E0F-9952-641D-8365-058F73B2B3EC}"/>
              </a:ext>
            </a:extLst>
          </p:cNvPr>
          <p:cNvSpPr>
            <a:spLocks noGrp="1"/>
          </p:cNvSpPr>
          <p:nvPr>
            <p:ph idx="1"/>
          </p:nvPr>
        </p:nvSpPr>
        <p:spPr>
          <a:xfrm>
            <a:off x="729205" y="2020506"/>
            <a:ext cx="8021256" cy="3767559"/>
          </a:xfrm>
        </p:spPr>
        <p:txBody>
          <a:bodyPr>
            <a:normAutofit/>
          </a:bodyPr>
          <a:lstStyle/>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sym typeface="Montserrat"/>
              </a:rPr>
              <a:t>The core idea is to develop a browser-based system that transforms how visually impaired users interact with the web by combining real-time content extraction, AI-powered summarization, and natural voice output. Instead of reading entire pages sequentially like traditional screen readers, the system will focus on extracting meaningful sections of a webpage, generating concise summaries, and delivering them through text-to-speech for a smoother experience. By maintaining context across browsing sessions and logging interactions for research, the solution aims to provide an accessible, efficient, and user-friendly way to consume online information in today’s increasingly dynamic and cluttered web environment.</a:t>
            </a:r>
          </a:p>
          <a:p>
            <a:endParaRPr lang="en-IN" dirty="0"/>
          </a:p>
        </p:txBody>
      </p:sp>
    </p:spTree>
    <p:extLst>
      <p:ext uri="{BB962C8B-B14F-4D97-AF65-F5344CB8AC3E}">
        <p14:creationId xmlns:p14="http://schemas.microsoft.com/office/powerpoint/2010/main" val="2115629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normAutofit/>
          </a:bodyPr>
          <a:lstStyle/>
          <a:p>
            <a:r>
              <a:rPr lang="en-US"/>
              <a:t>Motivation</a:t>
            </a:r>
          </a:p>
        </p:txBody>
      </p:sp>
      <p:graphicFrame>
        <p:nvGraphicFramePr>
          <p:cNvPr id="5" name="Content Placeholder 2">
            <a:extLst>
              <a:ext uri="{FF2B5EF4-FFF2-40B4-BE49-F238E27FC236}">
                <a16:creationId xmlns:a16="http://schemas.microsoft.com/office/drawing/2014/main" id="{EF4F3A7D-988B-819E-9D75-81E3D4C3CDB1}"/>
              </a:ext>
            </a:extLst>
          </p:cNvPr>
          <p:cNvGraphicFramePr>
            <a:graphicFrameLocks noGrp="1"/>
          </p:cNvGraphicFramePr>
          <p:nvPr>
            <p:ph idx="1"/>
            <p:extLst>
              <p:ext uri="{D42A27DB-BD31-4B8C-83A1-F6EECF244321}">
                <p14:modId xmlns:p14="http://schemas.microsoft.com/office/powerpoint/2010/main" val="1998620970"/>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BE753E-4156-4486-B269-C34C2220E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B9BFE9F-67FE-4BBC-BFED-6AA4C51D00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0"/>
            <a:ext cx="34861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40451" y="643467"/>
            <a:ext cx="2561709" cy="5571066"/>
          </a:xfrm>
        </p:spPr>
        <p:txBody>
          <a:bodyPr>
            <a:normAutofit/>
          </a:bodyPr>
          <a:lstStyle/>
          <a:p>
            <a:r>
              <a:rPr lang="en-US">
                <a:solidFill>
                  <a:srgbClr val="FFFFFF"/>
                </a:solidFill>
              </a:rPr>
              <a:t>Core Idea</a:t>
            </a:r>
          </a:p>
        </p:txBody>
      </p:sp>
      <p:graphicFrame>
        <p:nvGraphicFramePr>
          <p:cNvPr id="5" name="Content Placeholder 2">
            <a:extLst>
              <a:ext uri="{FF2B5EF4-FFF2-40B4-BE49-F238E27FC236}">
                <a16:creationId xmlns:a16="http://schemas.microsoft.com/office/drawing/2014/main" id="{DB64084F-4C0C-3B1F-6B8C-A56DD7FFA18F}"/>
              </a:ext>
            </a:extLst>
          </p:cNvPr>
          <p:cNvGraphicFramePr>
            <a:graphicFrameLocks noGrp="1"/>
          </p:cNvGraphicFramePr>
          <p:nvPr>
            <p:ph idx="1"/>
            <p:extLst>
              <p:ext uri="{D42A27DB-BD31-4B8C-83A1-F6EECF244321}">
                <p14:modId xmlns:p14="http://schemas.microsoft.com/office/powerpoint/2010/main" val="550379885"/>
              </p:ext>
            </p:extLst>
          </p:nvPr>
        </p:nvGraphicFramePr>
        <p:xfrm>
          <a:off x="678656" y="976313"/>
          <a:ext cx="4300537" cy="4897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CF52-F6D7-602A-D439-28C278BD25B8}"/>
              </a:ext>
            </a:extLst>
          </p:cNvPr>
          <p:cNvSpPr>
            <a:spLocks noGrp="1"/>
          </p:cNvSpPr>
          <p:nvPr>
            <p:ph type="title"/>
          </p:nvPr>
        </p:nvSpPr>
        <p:spPr/>
        <p:txBody>
          <a:bodyPr/>
          <a:lstStyle/>
          <a:p>
            <a:r>
              <a:rPr lang="en-US" sz="3600" dirty="0">
                <a:latin typeface="Calibri" panose="020F0502020204030204" pitchFamily="34" charset="0"/>
                <a:ea typeface="Calibri" panose="020F0502020204030204" pitchFamily="34" charset="0"/>
                <a:cs typeface="Calibri" panose="020F0502020204030204" pitchFamily="34" charset="0"/>
              </a:rPr>
              <a:t>WORK PLAN</a:t>
            </a:r>
            <a:br>
              <a:rPr lang="en-US" dirty="0"/>
            </a:br>
            <a:endParaRPr lang="en-IN" dirty="0"/>
          </a:p>
        </p:txBody>
      </p:sp>
      <p:pic>
        <p:nvPicPr>
          <p:cNvPr id="5" name="Content Placeholder 4">
            <a:extLst>
              <a:ext uri="{FF2B5EF4-FFF2-40B4-BE49-F238E27FC236}">
                <a16:creationId xmlns:a16="http://schemas.microsoft.com/office/drawing/2014/main" id="{FB818C62-A1F7-1BE0-8E43-0D074FD29C36}"/>
              </a:ext>
            </a:extLst>
          </p:cNvPr>
          <p:cNvPicPr>
            <a:picLocks noGrp="1" noChangeAspect="1"/>
          </p:cNvPicPr>
          <p:nvPr>
            <p:ph idx="1"/>
          </p:nvPr>
        </p:nvPicPr>
        <p:blipFill>
          <a:blip r:embed="rId2"/>
          <a:stretch>
            <a:fillRect/>
          </a:stretch>
        </p:blipFill>
        <p:spPr>
          <a:xfrm>
            <a:off x="2213658" y="2242078"/>
            <a:ext cx="4972515" cy="3424454"/>
          </a:xfrm>
          <a:prstGeom prst="rect">
            <a:avLst/>
          </a:prstGeom>
        </p:spPr>
      </p:pic>
    </p:spTree>
    <p:extLst>
      <p:ext uri="{BB962C8B-B14F-4D97-AF65-F5344CB8AC3E}">
        <p14:creationId xmlns:p14="http://schemas.microsoft.com/office/powerpoint/2010/main" val="2964418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A10C41F2-1746-4431-9B52-B9F147A89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7984928E-D694-4849-BBAD-D7C7DC405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0515" y="643461"/>
            <a:ext cx="5740884" cy="5571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64852" y="4735775"/>
            <a:ext cx="5255248" cy="1245732"/>
          </a:xfrm>
        </p:spPr>
        <p:txBody>
          <a:bodyPr anchor="t">
            <a:normAutofit/>
          </a:bodyPr>
          <a:lstStyle/>
          <a:p>
            <a:r>
              <a:rPr lang="en-US">
                <a:solidFill>
                  <a:srgbClr val="FFFFFF"/>
                </a:solidFill>
              </a:rPr>
              <a:t>Version 1 – Foundation</a:t>
            </a:r>
          </a:p>
        </p:txBody>
      </p:sp>
      <p:sp>
        <p:nvSpPr>
          <p:cNvPr id="12" name="Freeform 18">
            <a:extLst>
              <a:ext uri="{FF2B5EF4-FFF2-40B4-BE49-F238E27FC236}">
                <a16:creationId xmlns:a16="http://schemas.microsoft.com/office/drawing/2014/main" id="{A24A153C-9BEC-46E7-9AA4-DFC65A2B1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3434" y="2290355"/>
            <a:ext cx="5571069" cy="2277283"/>
          </a:xfrm>
          <a:custGeom>
            <a:avLst/>
            <a:gdLst>
              <a:gd name="connsiteX0" fmla="*/ 5215514 w 5851096"/>
              <a:gd name="connsiteY0" fmla="*/ 659222 h 3089525"/>
              <a:gd name="connsiteX1" fmla="*/ 5783878 w 5851096"/>
              <a:gd name="connsiteY1" fmla="*/ 1223782 h 3089525"/>
              <a:gd name="connsiteX2" fmla="*/ 5215514 w 5851096"/>
              <a:gd name="connsiteY2" fmla="*/ 659222 h 3089525"/>
              <a:gd name="connsiteX3" fmla="*/ 5215514 w 5851096"/>
              <a:gd name="connsiteY3" fmla="*/ 2417442 h 3089525"/>
              <a:gd name="connsiteX4" fmla="*/ 5783878 w 5851096"/>
              <a:gd name="connsiteY4" fmla="*/ 2982001 h 3089525"/>
              <a:gd name="connsiteX5" fmla="*/ 5215514 w 5851096"/>
              <a:gd name="connsiteY5" fmla="*/ 2417442 h 3089525"/>
              <a:gd name="connsiteX6" fmla="*/ 5215512 w 5851096"/>
              <a:gd name="connsiteY6" fmla="*/ 2107862 h 3089525"/>
              <a:gd name="connsiteX7" fmla="*/ 5783876 w 5851096"/>
              <a:gd name="connsiteY7" fmla="*/ 1547735 h 3089525"/>
              <a:gd name="connsiteX8" fmla="*/ 5215512 w 5851096"/>
              <a:gd name="connsiteY8" fmla="*/ 2107862 h 3089525"/>
              <a:gd name="connsiteX9" fmla="*/ 5065535 w 5851096"/>
              <a:gd name="connsiteY9" fmla="*/ 521483 h 3089525"/>
              <a:gd name="connsiteX10" fmla="*/ 5066157 w 5851096"/>
              <a:gd name="connsiteY10" fmla="*/ 509629 h 3089525"/>
              <a:gd name="connsiteX11" fmla="*/ 5066678 w 5851096"/>
              <a:gd name="connsiteY11" fmla="*/ 509663 h 3089525"/>
              <a:gd name="connsiteX12" fmla="*/ 5066705 w 5851096"/>
              <a:gd name="connsiteY12" fmla="*/ 509151 h 3089525"/>
              <a:gd name="connsiteX13" fmla="*/ 5084580 w 5851096"/>
              <a:gd name="connsiteY13" fmla="*/ 510833 h 3089525"/>
              <a:gd name="connsiteX14" fmla="*/ 5184444 w 5851096"/>
              <a:gd name="connsiteY14" fmla="*/ 520226 h 3089525"/>
              <a:gd name="connsiteX15" fmla="*/ 5201405 w 5851096"/>
              <a:gd name="connsiteY15" fmla="*/ 521820 h 3089525"/>
              <a:gd name="connsiteX16" fmla="*/ 5201527 w 5851096"/>
              <a:gd name="connsiteY16" fmla="*/ 523010 h 3089525"/>
              <a:gd name="connsiteX17" fmla="*/ 5841311 w 5851096"/>
              <a:gd name="connsiteY17" fmla="*/ 983324 h 3089525"/>
              <a:gd name="connsiteX18" fmla="*/ 5851096 w 5851096"/>
              <a:gd name="connsiteY18" fmla="*/ 1006985 h 3089525"/>
              <a:gd name="connsiteX19" fmla="*/ 5851096 w 5851096"/>
              <a:gd name="connsiteY19" fmla="*/ 1366179 h 3089525"/>
              <a:gd name="connsiteX20" fmla="*/ 5814952 w 5851096"/>
              <a:gd name="connsiteY20" fmla="*/ 1362779 h 3089525"/>
              <a:gd name="connsiteX21" fmla="*/ 5797987 w 5851096"/>
              <a:gd name="connsiteY21" fmla="*/ 1361184 h 3089525"/>
              <a:gd name="connsiteX22" fmla="*/ 5797866 w 5851096"/>
              <a:gd name="connsiteY22" fmla="*/ 1359994 h 3089525"/>
              <a:gd name="connsiteX23" fmla="*/ 5075873 w 5851096"/>
              <a:gd name="connsiteY23" fmla="*/ 641878 h 3089525"/>
              <a:gd name="connsiteX24" fmla="*/ 5075344 w 5851096"/>
              <a:gd name="connsiteY24" fmla="*/ 641812 h 3089525"/>
              <a:gd name="connsiteX25" fmla="*/ 5074781 w 5851096"/>
              <a:gd name="connsiteY25" fmla="*/ 634895 h 3089525"/>
              <a:gd name="connsiteX26" fmla="*/ 5066970 w 5851096"/>
              <a:gd name="connsiteY26" fmla="*/ 539073 h 3089525"/>
              <a:gd name="connsiteX27" fmla="*/ 5065535 w 5851096"/>
              <a:gd name="connsiteY27" fmla="*/ 521483 h 3089525"/>
              <a:gd name="connsiteX28" fmla="*/ 5065535 w 5851096"/>
              <a:gd name="connsiteY28" fmla="*/ 2279702 h 3089525"/>
              <a:gd name="connsiteX29" fmla="*/ 5066157 w 5851096"/>
              <a:gd name="connsiteY29" fmla="*/ 2267848 h 3089525"/>
              <a:gd name="connsiteX30" fmla="*/ 5066678 w 5851096"/>
              <a:gd name="connsiteY30" fmla="*/ 2267882 h 3089525"/>
              <a:gd name="connsiteX31" fmla="*/ 5066705 w 5851096"/>
              <a:gd name="connsiteY31" fmla="*/ 2267371 h 3089525"/>
              <a:gd name="connsiteX32" fmla="*/ 5084580 w 5851096"/>
              <a:gd name="connsiteY32" fmla="*/ 2269052 h 3089525"/>
              <a:gd name="connsiteX33" fmla="*/ 5184444 w 5851096"/>
              <a:gd name="connsiteY33" fmla="*/ 2278445 h 3089525"/>
              <a:gd name="connsiteX34" fmla="*/ 5201405 w 5851096"/>
              <a:gd name="connsiteY34" fmla="*/ 2280040 h 3089525"/>
              <a:gd name="connsiteX35" fmla="*/ 5201527 w 5851096"/>
              <a:gd name="connsiteY35" fmla="*/ 2281230 h 3089525"/>
              <a:gd name="connsiteX36" fmla="*/ 5841311 w 5851096"/>
              <a:gd name="connsiteY36" fmla="*/ 2741544 h 3089525"/>
              <a:gd name="connsiteX37" fmla="*/ 5851096 w 5851096"/>
              <a:gd name="connsiteY37" fmla="*/ 2765204 h 3089525"/>
              <a:gd name="connsiteX38" fmla="*/ 5851096 w 5851096"/>
              <a:gd name="connsiteY38" fmla="*/ 3089525 h 3089525"/>
              <a:gd name="connsiteX39" fmla="*/ 5680952 w 5851096"/>
              <a:gd name="connsiteY39" fmla="*/ 3089525 h 3089525"/>
              <a:gd name="connsiteX40" fmla="*/ 5661219 w 5851096"/>
              <a:gd name="connsiteY40" fmla="*/ 3084683 h 3089525"/>
              <a:gd name="connsiteX41" fmla="*/ 5075873 w 5851096"/>
              <a:gd name="connsiteY41" fmla="*/ 2400097 h 3089525"/>
              <a:gd name="connsiteX42" fmla="*/ 5075344 w 5851096"/>
              <a:gd name="connsiteY42" fmla="*/ 2400032 h 3089525"/>
              <a:gd name="connsiteX43" fmla="*/ 5074781 w 5851096"/>
              <a:gd name="connsiteY43" fmla="*/ 2393114 h 3089525"/>
              <a:gd name="connsiteX44" fmla="*/ 5066970 w 5851096"/>
              <a:gd name="connsiteY44" fmla="*/ 2297292 h 3089525"/>
              <a:gd name="connsiteX45" fmla="*/ 5065535 w 5851096"/>
              <a:gd name="connsiteY45" fmla="*/ 2279702 h 3089525"/>
              <a:gd name="connsiteX46" fmla="*/ 5065533 w 5851096"/>
              <a:gd name="connsiteY46" fmla="*/ 486299 h 3089525"/>
              <a:gd name="connsiteX47" fmla="*/ 5066968 w 5851096"/>
              <a:gd name="connsiteY47" fmla="*/ 468842 h 3089525"/>
              <a:gd name="connsiteX48" fmla="*/ 5074776 w 5851096"/>
              <a:gd name="connsiteY48" fmla="*/ 373792 h 3089525"/>
              <a:gd name="connsiteX49" fmla="*/ 5075341 w 5851096"/>
              <a:gd name="connsiteY49" fmla="*/ 366915 h 3089525"/>
              <a:gd name="connsiteX50" fmla="*/ 5075869 w 5851096"/>
              <a:gd name="connsiteY50" fmla="*/ 366850 h 3089525"/>
              <a:gd name="connsiteX51" fmla="*/ 5163966 w 5851096"/>
              <a:gd name="connsiteY51" fmla="*/ 100280 h 3089525"/>
              <a:gd name="connsiteX52" fmla="*/ 5229488 w 5851096"/>
              <a:gd name="connsiteY52" fmla="*/ 0 h 3089525"/>
              <a:gd name="connsiteX53" fmla="*/ 5405629 w 5851096"/>
              <a:gd name="connsiteY53" fmla="*/ 0 h 3089525"/>
              <a:gd name="connsiteX54" fmla="*/ 5334254 w 5851096"/>
              <a:gd name="connsiteY54" fmla="*/ 79433 h 3089525"/>
              <a:gd name="connsiteX55" fmla="*/ 5215512 w 5851096"/>
              <a:gd name="connsiteY55" fmla="*/ 349642 h 3089525"/>
              <a:gd name="connsiteX56" fmla="*/ 5674730 w 5851096"/>
              <a:gd name="connsiteY56" fmla="*/ 45955 h 3089525"/>
              <a:gd name="connsiteX57" fmla="*/ 5697983 w 5851096"/>
              <a:gd name="connsiteY57" fmla="*/ 0 h 3089525"/>
              <a:gd name="connsiteX58" fmla="*/ 5851096 w 5851096"/>
              <a:gd name="connsiteY58" fmla="*/ 0 h 3089525"/>
              <a:gd name="connsiteX59" fmla="*/ 5851096 w 5851096"/>
              <a:gd name="connsiteY59" fmla="*/ 4349 h 3089525"/>
              <a:gd name="connsiteX60" fmla="*/ 5799246 w 5851096"/>
              <a:gd name="connsiteY60" fmla="*/ 99096 h 3089525"/>
              <a:gd name="connsiteX61" fmla="*/ 5201524 w 5851096"/>
              <a:gd name="connsiteY61" fmla="*/ 484784 h 3089525"/>
              <a:gd name="connsiteX62" fmla="*/ 5201403 w 5851096"/>
              <a:gd name="connsiteY62" fmla="*/ 485964 h 3089525"/>
              <a:gd name="connsiteX63" fmla="*/ 5184438 w 5851096"/>
              <a:gd name="connsiteY63" fmla="*/ 487548 h 3089525"/>
              <a:gd name="connsiteX64" fmla="*/ 5084610 w 5851096"/>
              <a:gd name="connsiteY64" fmla="*/ 496864 h 3089525"/>
              <a:gd name="connsiteX65" fmla="*/ 5066703 w 5851096"/>
              <a:gd name="connsiteY65" fmla="*/ 498535 h 3089525"/>
              <a:gd name="connsiteX66" fmla="*/ 5066676 w 5851096"/>
              <a:gd name="connsiteY66" fmla="*/ 498027 h 3089525"/>
              <a:gd name="connsiteX67" fmla="*/ 5066154 w 5851096"/>
              <a:gd name="connsiteY67" fmla="*/ 498061 h 3089525"/>
              <a:gd name="connsiteX68" fmla="*/ 5065533 w 5851096"/>
              <a:gd name="connsiteY68" fmla="*/ 486299 h 3089525"/>
              <a:gd name="connsiteX69" fmla="*/ 5065533 w 5851096"/>
              <a:gd name="connsiteY69" fmla="*/ 2244520 h 3089525"/>
              <a:gd name="connsiteX70" fmla="*/ 5066968 w 5851096"/>
              <a:gd name="connsiteY70" fmla="*/ 2227062 h 3089525"/>
              <a:gd name="connsiteX71" fmla="*/ 5074776 w 5851096"/>
              <a:gd name="connsiteY71" fmla="*/ 2132012 h 3089525"/>
              <a:gd name="connsiteX72" fmla="*/ 5075341 w 5851096"/>
              <a:gd name="connsiteY72" fmla="*/ 2125135 h 3089525"/>
              <a:gd name="connsiteX73" fmla="*/ 5075869 w 5851096"/>
              <a:gd name="connsiteY73" fmla="*/ 2125070 h 3089525"/>
              <a:gd name="connsiteX74" fmla="*/ 5797863 w 5851096"/>
              <a:gd name="connsiteY74" fmla="*/ 1412593 h 3089525"/>
              <a:gd name="connsiteX75" fmla="*/ 5797985 w 5851096"/>
              <a:gd name="connsiteY75" fmla="*/ 1411413 h 3089525"/>
              <a:gd name="connsiteX76" fmla="*/ 5814946 w 5851096"/>
              <a:gd name="connsiteY76" fmla="*/ 1409830 h 3089525"/>
              <a:gd name="connsiteX77" fmla="*/ 5851096 w 5851096"/>
              <a:gd name="connsiteY77" fmla="*/ 1406457 h 3089525"/>
              <a:gd name="connsiteX78" fmla="*/ 5851096 w 5851096"/>
              <a:gd name="connsiteY78" fmla="*/ 1762823 h 3089525"/>
              <a:gd name="connsiteX79" fmla="*/ 5841309 w 5851096"/>
              <a:gd name="connsiteY79" fmla="*/ 1786304 h 3089525"/>
              <a:gd name="connsiteX80" fmla="*/ 5201524 w 5851096"/>
              <a:gd name="connsiteY80" fmla="*/ 2243004 h 3089525"/>
              <a:gd name="connsiteX81" fmla="*/ 5201403 w 5851096"/>
              <a:gd name="connsiteY81" fmla="*/ 2244184 h 3089525"/>
              <a:gd name="connsiteX82" fmla="*/ 5184438 w 5851096"/>
              <a:gd name="connsiteY82" fmla="*/ 2245767 h 3089525"/>
              <a:gd name="connsiteX83" fmla="*/ 5084610 w 5851096"/>
              <a:gd name="connsiteY83" fmla="*/ 2255084 h 3089525"/>
              <a:gd name="connsiteX84" fmla="*/ 5066703 w 5851096"/>
              <a:gd name="connsiteY84" fmla="*/ 2256755 h 3089525"/>
              <a:gd name="connsiteX85" fmla="*/ 5066676 w 5851096"/>
              <a:gd name="connsiteY85" fmla="*/ 2256246 h 3089525"/>
              <a:gd name="connsiteX86" fmla="*/ 5066154 w 5851096"/>
              <a:gd name="connsiteY86" fmla="*/ 2256280 h 3089525"/>
              <a:gd name="connsiteX87" fmla="*/ 5065533 w 5851096"/>
              <a:gd name="connsiteY87" fmla="*/ 2244520 h 3089525"/>
              <a:gd name="connsiteX88" fmla="*/ 4325732 w 5851096"/>
              <a:gd name="connsiteY88" fmla="*/ 1223782 h 3089525"/>
              <a:gd name="connsiteX89" fmla="*/ 4894096 w 5851096"/>
              <a:gd name="connsiteY89" fmla="*/ 659222 h 3089525"/>
              <a:gd name="connsiteX90" fmla="*/ 4325732 w 5851096"/>
              <a:gd name="connsiteY90" fmla="*/ 1223782 h 3089525"/>
              <a:gd name="connsiteX91" fmla="*/ 4325732 w 5851096"/>
              <a:gd name="connsiteY91" fmla="*/ 1547735 h 3089525"/>
              <a:gd name="connsiteX92" fmla="*/ 4894096 w 5851096"/>
              <a:gd name="connsiteY92" fmla="*/ 2107862 h 3089525"/>
              <a:gd name="connsiteX93" fmla="*/ 4325732 w 5851096"/>
              <a:gd name="connsiteY93" fmla="*/ 1547735 h 3089525"/>
              <a:gd name="connsiteX94" fmla="*/ 4325732 w 5851096"/>
              <a:gd name="connsiteY94" fmla="*/ 2982001 h 3089525"/>
              <a:gd name="connsiteX95" fmla="*/ 4894096 w 5851096"/>
              <a:gd name="connsiteY95" fmla="*/ 2417442 h 3089525"/>
              <a:gd name="connsiteX96" fmla="*/ 4325732 w 5851096"/>
              <a:gd name="connsiteY96" fmla="*/ 2982001 h 3089525"/>
              <a:gd name="connsiteX97" fmla="*/ 4256134 w 5851096"/>
              <a:gd name="connsiteY97" fmla="*/ 0 h 3089525"/>
              <a:gd name="connsiteX98" fmla="*/ 4411625 w 5851096"/>
              <a:gd name="connsiteY98" fmla="*/ 0 h 3089525"/>
              <a:gd name="connsiteX99" fmla="*/ 4434878 w 5851096"/>
              <a:gd name="connsiteY99" fmla="*/ 45955 h 3089525"/>
              <a:gd name="connsiteX100" fmla="*/ 4894096 w 5851096"/>
              <a:gd name="connsiteY100" fmla="*/ 349642 h 3089525"/>
              <a:gd name="connsiteX101" fmla="*/ 4775353 w 5851096"/>
              <a:gd name="connsiteY101" fmla="*/ 79433 h 3089525"/>
              <a:gd name="connsiteX102" fmla="*/ 4703980 w 5851096"/>
              <a:gd name="connsiteY102" fmla="*/ 0 h 3089525"/>
              <a:gd name="connsiteX103" fmla="*/ 4880119 w 5851096"/>
              <a:gd name="connsiteY103" fmla="*/ 0 h 3089525"/>
              <a:gd name="connsiteX104" fmla="*/ 4945641 w 5851096"/>
              <a:gd name="connsiteY104" fmla="*/ 100280 h 3089525"/>
              <a:gd name="connsiteX105" fmla="*/ 5033738 w 5851096"/>
              <a:gd name="connsiteY105" fmla="*/ 366850 h 3089525"/>
              <a:gd name="connsiteX106" fmla="*/ 5034267 w 5851096"/>
              <a:gd name="connsiteY106" fmla="*/ 366915 h 3089525"/>
              <a:gd name="connsiteX107" fmla="*/ 5034832 w 5851096"/>
              <a:gd name="connsiteY107" fmla="*/ 373792 h 3089525"/>
              <a:gd name="connsiteX108" fmla="*/ 5042640 w 5851096"/>
              <a:gd name="connsiteY108" fmla="*/ 468842 h 3089525"/>
              <a:gd name="connsiteX109" fmla="*/ 5044074 w 5851096"/>
              <a:gd name="connsiteY109" fmla="*/ 486299 h 3089525"/>
              <a:gd name="connsiteX110" fmla="*/ 5043454 w 5851096"/>
              <a:gd name="connsiteY110" fmla="*/ 498061 h 3089525"/>
              <a:gd name="connsiteX111" fmla="*/ 5042932 w 5851096"/>
              <a:gd name="connsiteY111" fmla="*/ 498027 h 3089525"/>
              <a:gd name="connsiteX112" fmla="*/ 5042905 w 5851096"/>
              <a:gd name="connsiteY112" fmla="*/ 498535 h 3089525"/>
              <a:gd name="connsiteX113" fmla="*/ 5024997 w 5851096"/>
              <a:gd name="connsiteY113" fmla="*/ 496864 h 3089525"/>
              <a:gd name="connsiteX114" fmla="*/ 4925170 w 5851096"/>
              <a:gd name="connsiteY114" fmla="*/ 487548 h 3089525"/>
              <a:gd name="connsiteX115" fmla="*/ 4908205 w 5851096"/>
              <a:gd name="connsiteY115" fmla="*/ 485964 h 3089525"/>
              <a:gd name="connsiteX116" fmla="*/ 4908084 w 5851096"/>
              <a:gd name="connsiteY116" fmla="*/ 484784 h 3089525"/>
              <a:gd name="connsiteX117" fmla="*/ 4310363 w 5851096"/>
              <a:gd name="connsiteY117" fmla="*/ 99096 h 3089525"/>
              <a:gd name="connsiteX118" fmla="*/ 4178216 w 5851096"/>
              <a:gd name="connsiteY118" fmla="*/ 3089525 h 3089525"/>
              <a:gd name="connsiteX119" fmla="*/ 4184996 w 5851096"/>
              <a:gd name="connsiteY119" fmla="*/ 3006343 h 3089525"/>
              <a:gd name="connsiteX120" fmla="*/ 4185561 w 5851096"/>
              <a:gd name="connsiteY120" fmla="*/ 2999411 h 3089525"/>
              <a:gd name="connsiteX121" fmla="*/ 4186090 w 5851096"/>
              <a:gd name="connsiteY121" fmla="*/ 2999346 h 3089525"/>
              <a:gd name="connsiteX122" fmla="*/ 4908083 w 5851096"/>
              <a:gd name="connsiteY122" fmla="*/ 2281230 h 3089525"/>
              <a:gd name="connsiteX123" fmla="*/ 4908205 w 5851096"/>
              <a:gd name="connsiteY123" fmla="*/ 2280040 h 3089525"/>
              <a:gd name="connsiteX124" fmla="*/ 4925166 w 5851096"/>
              <a:gd name="connsiteY124" fmla="*/ 2278445 h 3089525"/>
              <a:gd name="connsiteX125" fmla="*/ 5025030 w 5851096"/>
              <a:gd name="connsiteY125" fmla="*/ 2269052 h 3089525"/>
              <a:gd name="connsiteX126" fmla="*/ 5042905 w 5851096"/>
              <a:gd name="connsiteY126" fmla="*/ 2267371 h 3089525"/>
              <a:gd name="connsiteX127" fmla="*/ 5042932 w 5851096"/>
              <a:gd name="connsiteY127" fmla="*/ 2267882 h 3089525"/>
              <a:gd name="connsiteX128" fmla="*/ 5043453 w 5851096"/>
              <a:gd name="connsiteY128" fmla="*/ 2267848 h 3089525"/>
              <a:gd name="connsiteX129" fmla="*/ 5044074 w 5851096"/>
              <a:gd name="connsiteY129" fmla="*/ 2279702 h 3089525"/>
              <a:gd name="connsiteX130" fmla="*/ 5042640 w 5851096"/>
              <a:gd name="connsiteY130" fmla="*/ 2297292 h 3089525"/>
              <a:gd name="connsiteX131" fmla="*/ 5034829 w 5851096"/>
              <a:gd name="connsiteY131" fmla="*/ 2393114 h 3089525"/>
              <a:gd name="connsiteX132" fmla="*/ 5034266 w 5851096"/>
              <a:gd name="connsiteY132" fmla="*/ 2400032 h 3089525"/>
              <a:gd name="connsiteX133" fmla="*/ 5033737 w 5851096"/>
              <a:gd name="connsiteY133" fmla="*/ 2400097 h 3089525"/>
              <a:gd name="connsiteX134" fmla="*/ 4448391 w 5851096"/>
              <a:gd name="connsiteY134" fmla="*/ 3084683 h 3089525"/>
              <a:gd name="connsiteX135" fmla="*/ 4428658 w 5851096"/>
              <a:gd name="connsiteY135" fmla="*/ 3089525 h 3089525"/>
              <a:gd name="connsiteX136" fmla="*/ 4175753 w 5851096"/>
              <a:gd name="connsiteY136" fmla="*/ 1361522 h 3089525"/>
              <a:gd name="connsiteX137" fmla="*/ 4177187 w 5851096"/>
              <a:gd name="connsiteY137" fmla="*/ 1343926 h 3089525"/>
              <a:gd name="connsiteX138" fmla="*/ 4184996 w 5851096"/>
              <a:gd name="connsiteY138" fmla="*/ 1248124 h 3089525"/>
              <a:gd name="connsiteX139" fmla="*/ 4185561 w 5851096"/>
              <a:gd name="connsiteY139" fmla="*/ 1241192 h 3089525"/>
              <a:gd name="connsiteX140" fmla="*/ 4186090 w 5851096"/>
              <a:gd name="connsiteY140" fmla="*/ 1241127 h 3089525"/>
              <a:gd name="connsiteX141" fmla="*/ 4908083 w 5851096"/>
              <a:gd name="connsiteY141" fmla="*/ 523010 h 3089525"/>
              <a:gd name="connsiteX142" fmla="*/ 4908205 w 5851096"/>
              <a:gd name="connsiteY142" fmla="*/ 521820 h 3089525"/>
              <a:gd name="connsiteX143" fmla="*/ 4925166 w 5851096"/>
              <a:gd name="connsiteY143" fmla="*/ 520226 h 3089525"/>
              <a:gd name="connsiteX144" fmla="*/ 5025030 w 5851096"/>
              <a:gd name="connsiteY144" fmla="*/ 510833 h 3089525"/>
              <a:gd name="connsiteX145" fmla="*/ 5042905 w 5851096"/>
              <a:gd name="connsiteY145" fmla="*/ 509151 h 3089525"/>
              <a:gd name="connsiteX146" fmla="*/ 5042932 w 5851096"/>
              <a:gd name="connsiteY146" fmla="*/ 509663 h 3089525"/>
              <a:gd name="connsiteX147" fmla="*/ 5043453 w 5851096"/>
              <a:gd name="connsiteY147" fmla="*/ 509629 h 3089525"/>
              <a:gd name="connsiteX148" fmla="*/ 5044074 w 5851096"/>
              <a:gd name="connsiteY148" fmla="*/ 521483 h 3089525"/>
              <a:gd name="connsiteX149" fmla="*/ 5042640 w 5851096"/>
              <a:gd name="connsiteY149" fmla="*/ 539073 h 3089525"/>
              <a:gd name="connsiteX150" fmla="*/ 5034829 w 5851096"/>
              <a:gd name="connsiteY150" fmla="*/ 634895 h 3089525"/>
              <a:gd name="connsiteX151" fmla="*/ 5034266 w 5851096"/>
              <a:gd name="connsiteY151" fmla="*/ 641812 h 3089525"/>
              <a:gd name="connsiteX152" fmla="*/ 5033737 w 5851096"/>
              <a:gd name="connsiteY152" fmla="*/ 641878 h 3089525"/>
              <a:gd name="connsiteX153" fmla="*/ 4311744 w 5851096"/>
              <a:gd name="connsiteY153" fmla="*/ 1359994 h 3089525"/>
              <a:gd name="connsiteX154" fmla="*/ 4311623 w 5851096"/>
              <a:gd name="connsiteY154" fmla="*/ 1361184 h 3089525"/>
              <a:gd name="connsiteX155" fmla="*/ 4294658 w 5851096"/>
              <a:gd name="connsiteY155" fmla="*/ 1362780 h 3089525"/>
              <a:gd name="connsiteX156" fmla="*/ 4194831 w 5851096"/>
              <a:gd name="connsiteY156" fmla="*/ 1372169 h 3089525"/>
              <a:gd name="connsiteX157" fmla="*/ 4176923 w 5851096"/>
              <a:gd name="connsiteY157" fmla="*/ 1373854 h 3089525"/>
              <a:gd name="connsiteX158" fmla="*/ 4176896 w 5851096"/>
              <a:gd name="connsiteY158" fmla="*/ 1373341 h 3089525"/>
              <a:gd name="connsiteX159" fmla="*/ 4176374 w 5851096"/>
              <a:gd name="connsiteY159" fmla="*/ 1373376 h 3089525"/>
              <a:gd name="connsiteX160" fmla="*/ 4175753 w 5851096"/>
              <a:gd name="connsiteY160" fmla="*/ 1361522 h 3089525"/>
              <a:gd name="connsiteX161" fmla="*/ 4175753 w 5851096"/>
              <a:gd name="connsiteY161" fmla="*/ 1411078 h 3089525"/>
              <a:gd name="connsiteX162" fmla="*/ 4176375 w 5851096"/>
              <a:gd name="connsiteY162" fmla="*/ 1399317 h 3089525"/>
              <a:gd name="connsiteX163" fmla="*/ 4176896 w 5851096"/>
              <a:gd name="connsiteY163" fmla="*/ 1399351 h 3089525"/>
              <a:gd name="connsiteX164" fmla="*/ 4176923 w 5851096"/>
              <a:gd name="connsiteY164" fmla="*/ 1398843 h 3089525"/>
              <a:gd name="connsiteX165" fmla="*/ 4194799 w 5851096"/>
              <a:gd name="connsiteY165" fmla="*/ 1400511 h 3089525"/>
              <a:gd name="connsiteX166" fmla="*/ 4294662 w 5851096"/>
              <a:gd name="connsiteY166" fmla="*/ 1409831 h 3089525"/>
              <a:gd name="connsiteX167" fmla="*/ 4311623 w 5851096"/>
              <a:gd name="connsiteY167" fmla="*/ 1411413 h 3089525"/>
              <a:gd name="connsiteX168" fmla="*/ 4311745 w 5851096"/>
              <a:gd name="connsiteY168" fmla="*/ 1412593 h 3089525"/>
              <a:gd name="connsiteX169" fmla="*/ 5033738 w 5851096"/>
              <a:gd name="connsiteY169" fmla="*/ 2125070 h 3089525"/>
              <a:gd name="connsiteX170" fmla="*/ 5034267 w 5851096"/>
              <a:gd name="connsiteY170" fmla="*/ 2125135 h 3089525"/>
              <a:gd name="connsiteX171" fmla="*/ 5034832 w 5851096"/>
              <a:gd name="connsiteY171" fmla="*/ 2132012 h 3089525"/>
              <a:gd name="connsiteX172" fmla="*/ 5042640 w 5851096"/>
              <a:gd name="connsiteY172" fmla="*/ 2227062 h 3089525"/>
              <a:gd name="connsiteX173" fmla="*/ 5044074 w 5851096"/>
              <a:gd name="connsiteY173" fmla="*/ 2244520 h 3089525"/>
              <a:gd name="connsiteX174" fmla="*/ 5043454 w 5851096"/>
              <a:gd name="connsiteY174" fmla="*/ 2256280 h 3089525"/>
              <a:gd name="connsiteX175" fmla="*/ 5042932 w 5851096"/>
              <a:gd name="connsiteY175" fmla="*/ 2256246 h 3089525"/>
              <a:gd name="connsiteX176" fmla="*/ 5042905 w 5851096"/>
              <a:gd name="connsiteY176" fmla="*/ 2256755 h 3089525"/>
              <a:gd name="connsiteX177" fmla="*/ 5024997 w 5851096"/>
              <a:gd name="connsiteY177" fmla="*/ 2255084 h 3089525"/>
              <a:gd name="connsiteX178" fmla="*/ 4925170 w 5851096"/>
              <a:gd name="connsiteY178" fmla="*/ 2245767 h 3089525"/>
              <a:gd name="connsiteX179" fmla="*/ 4908205 w 5851096"/>
              <a:gd name="connsiteY179" fmla="*/ 2244184 h 3089525"/>
              <a:gd name="connsiteX180" fmla="*/ 4908084 w 5851096"/>
              <a:gd name="connsiteY180" fmla="*/ 2243004 h 3089525"/>
              <a:gd name="connsiteX181" fmla="*/ 4186091 w 5851096"/>
              <a:gd name="connsiteY181" fmla="*/ 1530527 h 3089525"/>
              <a:gd name="connsiteX182" fmla="*/ 4185562 w 5851096"/>
              <a:gd name="connsiteY182" fmla="*/ 1530463 h 3089525"/>
              <a:gd name="connsiteX183" fmla="*/ 4184999 w 5851096"/>
              <a:gd name="connsiteY183" fmla="*/ 1523599 h 3089525"/>
              <a:gd name="connsiteX184" fmla="*/ 4177187 w 5851096"/>
              <a:gd name="connsiteY184" fmla="*/ 1428529 h 3089525"/>
              <a:gd name="connsiteX185" fmla="*/ 4175753 w 5851096"/>
              <a:gd name="connsiteY185" fmla="*/ 1411078 h 3089525"/>
              <a:gd name="connsiteX186" fmla="*/ 3445328 w 5851096"/>
              <a:gd name="connsiteY186" fmla="*/ 659222 h 3089525"/>
              <a:gd name="connsiteX187" fmla="*/ 4013692 w 5851096"/>
              <a:gd name="connsiteY187" fmla="*/ 1223782 h 3089525"/>
              <a:gd name="connsiteX188" fmla="*/ 3445328 w 5851096"/>
              <a:gd name="connsiteY188" fmla="*/ 659222 h 3089525"/>
              <a:gd name="connsiteX189" fmla="*/ 3445328 w 5851096"/>
              <a:gd name="connsiteY189" fmla="*/ 2417442 h 3089525"/>
              <a:gd name="connsiteX190" fmla="*/ 4013692 w 5851096"/>
              <a:gd name="connsiteY190" fmla="*/ 2982001 h 3089525"/>
              <a:gd name="connsiteX191" fmla="*/ 3445328 w 5851096"/>
              <a:gd name="connsiteY191" fmla="*/ 2417442 h 3089525"/>
              <a:gd name="connsiteX192" fmla="*/ 3445326 w 5851096"/>
              <a:gd name="connsiteY192" fmla="*/ 2107862 h 3089525"/>
              <a:gd name="connsiteX193" fmla="*/ 4013690 w 5851096"/>
              <a:gd name="connsiteY193" fmla="*/ 1547735 h 3089525"/>
              <a:gd name="connsiteX194" fmla="*/ 3445326 w 5851096"/>
              <a:gd name="connsiteY194" fmla="*/ 2107862 h 3089525"/>
              <a:gd name="connsiteX195" fmla="*/ 3295350 w 5851096"/>
              <a:gd name="connsiteY195" fmla="*/ 521483 h 3089525"/>
              <a:gd name="connsiteX196" fmla="*/ 3295971 w 5851096"/>
              <a:gd name="connsiteY196" fmla="*/ 509629 h 3089525"/>
              <a:gd name="connsiteX197" fmla="*/ 3296492 w 5851096"/>
              <a:gd name="connsiteY197" fmla="*/ 509663 h 3089525"/>
              <a:gd name="connsiteX198" fmla="*/ 3296519 w 5851096"/>
              <a:gd name="connsiteY198" fmla="*/ 509151 h 3089525"/>
              <a:gd name="connsiteX199" fmla="*/ 3314395 w 5851096"/>
              <a:gd name="connsiteY199" fmla="*/ 510833 h 3089525"/>
              <a:gd name="connsiteX200" fmla="*/ 3414258 w 5851096"/>
              <a:gd name="connsiteY200" fmla="*/ 520226 h 3089525"/>
              <a:gd name="connsiteX201" fmla="*/ 3431219 w 5851096"/>
              <a:gd name="connsiteY201" fmla="*/ 521820 h 3089525"/>
              <a:gd name="connsiteX202" fmla="*/ 3431341 w 5851096"/>
              <a:gd name="connsiteY202" fmla="*/ 523010 h 3089525"/>
              <a:gd name="connsiteX203" fmla="*/ 4153335 w 5851096"/>
              <a:gd name="connsiteY203" fmla="*/ 1241127 h 3089525"/>
              <a:gd name="connsiteX204" fmla="*/ 4153863 w 5851096"/>
              <a:gd name="connsiteY204" fmla="*/ 1241192 h 3089525"/>
              <a:gd name="connsiteX205" fmla="*/ 4154429 w 5851096"/>
              <a:gd name="connsiteY205" fmla="*/ 1248124 h 3089525"/>
              <a:gd name="connsiteX206" fmla="*/ 4162237 w 5851096"/>
              <a:gd name="connsiteY206" fmla="*/ 1343926 h 3089525"/>
              <a:gd name="connsiteX207" fmla="*/ 4163671 w 5851096"/>
              <a:gd name="connsiteY207" fmla="*/ 1361522 h 3089525"/>
              <a:gd name="connsiteX208" fmla="*/ 4163050 w 5851096"/>
              <a:gd name="connsiteY208" fmla="*/ 1373376 h 3089525"/>
              <a:gd name="connsiteX209" fmla="*/ 4162528 w 5851096"/>
              <a:gd name="connsiteY209" fmla="*/ 1373341 h 3089525"/>
              <a:gd name="connsiteX210" fmla="*/ 4162501 w 5851096"/>
              <a:gd name="connsiteY210" fmla="*/ 1373854 h 3089525"/>
              <a:gd name="connsiteX211" fmla="*/ 4144594 w 5851096"/>
              <a:gd name="connsiteY211" fmla="*/ 1372169 h 3089525"/>
              <a:gd name="connsiteX212" fmla="*/ 4044766 w 5851096"/>
              <a:gd name="connsiteY212" fmla="*/ 1362780 h 3089525"/>
              <a:gd name="connsiteX213" fmla="*/ 4027802 w 5851096"/>
              <a:gd name="connsiteY213" fmla="*/ 1361184 h 3089525"/>
              <a:gd name="connsiteX214" fmla="*/ 4027681 w 5851096"/>
              <a:gd name="connsiteY214" fmla="*/ 1359994 h 3089525"/>
              <a:gd name="connsiteX215" fmla="*/ 3305687 w 5851096"/>
              <a:gd name="connsiteY215" fmla="*/ 641878 h 3089525"/>
              <a:gd name="connsiteX216" fmla="*/ 3305158 w 5851096"/>
              <a:gd name="connsiteY216" fmla="*/ 641812 h 3089525"/>
              <a:gd name="connsiteX217" fmla="*/ 3304595 w 5851096"/>
              <a:gd name="connsiteY217" fmla="*/ 634895 h 3089525"/>
              <a:gd name="connsiteX218" fmla="*/ 3296784 w 5851096"/>
              <a:gd name="connsiteY218" fmla="*/ 539073 h 3089525"/>
              <a:gd name="connsiteX219" fmla="*/ 3295350 w 5851096"/>
              <a:gd name="connsiteY219" fmla="*/ 521483 h 3089525"/>
              <a:gd name="connsiteX220" fmla="*/ 3295350 w 5851096"/>
              <a:gd name="connsiteY220" fmla="*/ 2279702 h 3089525"/>
              <a:gd name="connsiteX221" fmla="*/ 3295971 w 5851096"/>
              <a:gd name="connsiteY221" fmla="*/ 2267848 h 3089525"/>
              <a:gd name="connsiteX222" fmla="*/ 3296492 w 5851096"/>
              <a:gd name="connsiteY222" fmla="*/ 2267882 h 3089525"/>
              <a:gd name="connsiteX223" fmla="*/ 3296519 w 5851096"/>
              <a:gd name="connsiteY223" fmla="*/ 2267371 h 3089525"/>
              <a:gd name="connsiteX224" fmla="*/ 3314395 w 5851096"/>
              <a:gd name="connsiteY224" fmla="*/ 2269052 h 3089525"/>
              <a:gd name="connsiteX225" fmla="*/ 3414258 w 5851096"/>
              <a:gd name="connsiteY225" fmla="*/ 2278445 h 3089525"/>
              <a:gd name="connsiteX226" fmla="*/ 3431219 w 5851096"/>
              <a:gd name="connsiteY226" fmla="*/ 2280040 h 3089525"/>
              <a:gd name="connsiteX227" fmla="*/ 3431341 w 5851096"/>
              <a:gd name="connsiteY227" fmla="*/ 2281230 h 3089525"/>
              <a:gd name="connsiteX228" fmla="*/ 4153335 w 5851096"/>
              <a:gd name="connsiteY228" fmla="*/ 2999346 h 3089525"/>
              <a:gd name="connsiteX229" fmla="*/ 4153863 w 5851096"/>
              <a:gd name="connsiteY229" fmla="*/ 2999411 h 3089525"/>
              <a:gd name="connsiteX230" fmla="*/ 4154429 w 5851096"/>
              <a:gd name="connsiteY230" fmla="*/ 3006343 h 3089525"/>
              <a:gd name="connsiteX231" fmla="*/ 4161209 w 5851096"/>
              <a:gd name="connsiteY231" fmla="*/ 3089525 h 3089525"/>
              <a:gd name="connsiteX232" fmla="*/ 3910768 w 5851096"/>
              <a:gd name="connsiteY232" fmla="*/ 3089525 h 3089525"/>
              <a:gd name="connsiteX233" fmla="*/ 3891034 w 5851096"/>
              <a:gd name="connsiteY233" fmla="*/ 3084683 h 3089525"/>
              <a:gd name="connsiteX234" fmla="*/ 3305687 w 5851096"/>
              <a:gd name="connsiteY234" fmla="*/ 2400097 h 3089525"/>
              <a:gd name="connsiteX235" fmla="*/ 3305158 w 5851096"/>
              <a:gd name="connsiteY235" fmla="*/ 2400032 h 3089525"/>
              <a:gd name="connsiteX236" fmla="*/ 3304595 w 5851096"/>
              <a:gd name="connsiteY236" fmla="*/ 2393114 h 3089525"/>
              <a:gd name="connsiteX237" fmla="*/ 3296784 w 5851096"/>
              <a:gd name="connsiteY237" fmla="*/ 2297292 h 3089525"/>
              <a:gd name="connsiteX238" fmla="*/ 3295350 w 5851096"/>
              <a:gd name="connsiteY238" fmla="*/ 2279702 h 3089525"/>
              <a:gd name="connsiteX239" fmla="*/ 3295347 w 5851096"/>
              <a:gd name="connsiteY239" fmla="*/ 486299 h 3089525"/>
              <a:gd name="connsiteX240" fmla="*/ 3296782 w 5851096"/>
              <a:gd name="connsiteY240" fmla="*/ 468842 h 3089525"/>
              <a:gd name="connsiteX241" fmla="*/ 3304590 w 5851096"/>
              <a:gd name="connsiteY241" fmla="*/ 373792 h 3089525"/>
              <a:gd name="connsiteX242" fmla="*/ 3305155 w 5851096"/>
              <a:gd name="connsiteY242" fmla="*/ 366915 h 3089525"/>
              <a:gd name="connsiteX243" fmla="*/ 3305684 w 5851096"/>
              <a:gd name="connsiteY243" fmla="*/ 366850 h 3089525"/>
              <a:gd name="connsiteX244" fmla="*/ 3393781 w 5851096"/>
              <a:gd name="connsiteY244" fmla="*/ 100280 h 3089525"/>
              <a:gd name="connsiteX245" fmla="*/ 3459303 w 5851096"/>
              <a:gd name="connsiteY245" fmla="*/ 0 h 3089525"/>
              <a:gd name="connsiteX246" fmla="*/ 3635443 w 5851096"/>
              <a:gd name="connsiteY246" fmla="*/ 0 h 3089525"/>
              <a:gd name="connsiteX247" fmla="*/ 3564068 w 5851096"/>
              <a:gd name="connsiteY247" fmla="*/ 79433 h 3089525"/>
              <a:gd name="connsiteX248" fmla="*/ 3445326 w 5851096"/>
              <a:gd name="connsiteY248" fmla="*/ 349642 h 3089525"/>
              <a:gd name="connsiteX249" fmla="*/ 3904544 w 5851096"/>
              <a:gd name="connsiteY249" fmla="*/ 45955 h 3089525"/>
              <a:gd name="connsiteX250" fmla="*/ 3927798 w 5851096"/>
              <a:gd name="connsiteY250" fmla="*/ 0 h 3089525"/>
              <a:gd name="connsiteX251" fmla="*/ 4083290 w 5851096"/>
              <a:gd name="connsiteY251" fmla="*/ 0 h 3089525"/>
              <a:gd name="connsiteX252" fmla="*/ 4029061 w 5851096"/>
              <a:gd name="connsiteY252" fmla="*/ 99096 h 3089525"/>
              <a:gd name="connsiteX253" fmla="*/ 3431338 w 5851096"/>
              <a:gd name="connsiteY253" fmla="*/ 484784 h 3089525"/>
              <a:gd name="connsiteX254" fmla="*/ 3431217 w 5851096"/>
              <a:gd name="connsiteY254" fmla="*/ 485964 h 3089525"/>
              <a:gd name="connsiteX255" fmla="*/ 3414252 w 5851096"/>
              <a:gd name="connsiteY255" fmla="*/ 487548 h 3089525"/>
              <a:gd name="connsiteX256" fmla="*/ 3314425 w 5851096"/>
              <a:gd name="connsiteY256" fmla="*/ 496864 h 3089525"/>
              <a:gd name="connsiteX257" fmla="*/ 3296517 w 5851096"/>
              <a:gd name="connsiteY257" fmla="*/ 498535 h 3089525"/>
              <a:gd name="connsiteX258" fmla="*/ 3296490 w 5851096"/>
              <a:gd name="connsiteY258" fmla="*/ 498027 h 3089525"/>
              <a:gd name="connsiteX259" fmla="*/ 3295968 w 5851096"/>
              <a:gd name="connsiteY259" fmla="*/ 498061 h 3089525"/>
              <a:gd name="connsiteX260" fmla="*/ 3295347 w 5851096"/>
              <a:gd name="connsiteY260" fmla="*/ 486299 h 3089525"/>
              <a:gd name="connsiteX261" fmla="*/ 3295347 w 5851096"/>
              <a:gd name="connsiteY261" fmla="*/ 2244520 h 3089525"/>
              <a:gd name="connsiteX262" fmla="*/ 3296782 w 5851096"/>
              <a:gd name="connsiteY262" fmla="*/ 2227062 h 3089525"/>
              <a:gd name="connsiteX263" fmla="*/ 3304590 w 5851096"/>
              <a:gd name="connsiteY263" fmla="*/ 2132012 h 3089525"/>
              <a:gd name="connsiteX264" fmla="*/ 3305155 w 5851096"/>
              <a:gd name="connsiteY264" fmla="*/ 2125135 h 3089525"/>
              <a:gd name="connsiteX265" fmla="*/ 3305684 w 5851096"/>
              <a:gd name="connsiteY265" fmla="*/ 2125070 h 3089525"/>
              <a:gd name="connsiteX266" fmla="*/ 4027678 w 5851096"/>
              <a:gd name="connsiteY266" fmla="*/ 1412593 h 3089525"/>
              <a:gd name="connsiteX267" fmla="*/ 4027800 w 5851096"/>
              <a:gd name="connsiteY267" fmla="*/ 1411413 h 3089525"/>
              <a:gd name="connsiteX268" fmla="*/ 4044760 w 5851096"/>
              <a:gd name="connsiteY268" fmla="*/ 1409831 h 3089525"/>
              <a:gd name="connsiteX269" fmla="*/ 4144624 w 5851096"/>
              <a:gd name="connsiteY269" fmla="*/ 1400511 h 3089525"/>
              <a:gd name="connsiteX270" fmla="*/ 4162499 w 5851096"/>
              <a:gd name="connsiteY270" fmla="*/ 1398843 h 3089525"/>
              <a:gd name="connsiteX271" fmla="*/ 4162526 w 5851096"/>
              <a:gd name="connsiteY271" fmla="*/ 1399351 h 3089525"/>
              <a:gd name="connsiteX272" fmla="*/ 4163047 w 5851096"/>
              <a:gd name="connsiteY272" fmla="*/ 1399317 h 3089525"/>
              <a:gd name="connsiteX273" fmla="*/ 4163669 w 5851096"/>
              <a:gd name="connsiteY273" fmla="*/ 1411078 h 3089525"/>
              <a:gd name="connsiteX274" fmla="*/ 4162235 w 5851096"/>
              <a:gd name="connsiteY274" fmla="*/ 1428529 h 3089525"/>
              <a:gd name="connsiteX275" fmla="*/ 4154424 w 5851096"/>
              <a:gd name="connsiteY275" fmla="*/ 1523599 h 3089525"/>
              <a:gd name="connsiteX276" fmla="*/ 4153860 w 5851096"/>
              <a:gd name="connsiteY276" fmla="*/ 1530463 h 3089525"/>
              <a:gd name="connsiteX277" fmla="*/ 4153332 w 5851096"/>
              <a:gd name="connsiteY277" fmla="*/ 1530527 h 3089525"/>
              <a:gd name="connsiteX278" fmla="*/ 3431338 w 5851096"/>
              <a:gd name="connsiteY278" fmla="*/ 2243004 h 3089525"/>
              <a:gd name="connsiteX279" fmla="*/ 3431217 w 5851096"/>
              <a:gd name="connsiteY279" fmla="*/ 2244184 h 3089525"/>
              <a:gd name="connsiteX280" fmla="*/ 3414252 w 5851096"/>
              <a:gd name="connsiteY280" fmla="*/ 2245767 h 3089525"/>
              <a:gd name="connsiteX281" fmla="*/ 3314425 w 5851096"/>
              <a:gd name="connsiteY281" fmla="*/ 2255084 h 3089525"/>
              <a:gd name="connsiteX282" fmla="*/ 3296517 w 5851096"/>
              <a:gd name="connsiteY282" fmla="*/ 2256755 h 3089525"/>
              <a:gd name="connsiteX283" fmla="*/ 3296490 w 5851096"/>
              <a:gd name="connsiteY283" fmla="*/ 2256246 h 3089525"/>
              <a:gd name="connsiteX284" fmla="*/ 3295968 w 5851096"/>
              <a:gd name="connsiteY284" fmla="*/ 2256280 h 3089525"/>
              <a:gd name="connsiteX285" fmla="*/ 3295347 w 5851096"/>
              <a:gd name="connsiteY285" fmla="*/ 2244520 h 3089525"/>
              <a:gd name="connsiteX286" fmla="*/ 2555546 w 5851096"/>
              <a:gd name="connsiteY286" fmla="*/ 1223782 h 3089525"/>
              <a:gd name="connsiteX287" fmla="*/ 3123910 w 5851096"/>
              <a:gd name="connsiteY287" fmla="*/ 659222 h 3089525"/>
              <a:gd name="connsiteX288" fmla="*/ 2555546 w 5851096"/>
              <a:gd name="connsiteY288" fmla="*/ 1223782 h 3089525"/>
              <a:gd name="connsiteX289" fmla="*/ 2555546 w 5851096"/>
              <a:gd name="connsiteY289" fmla="*/ 1547735 h 3089525"/>
              <a:gd name="connsiteX290" fmla="*/ 3123910 w 5851096"/>
              <a:gd name="connsiteY290" fmla="*/ 2107862 h 3089525"/>
              <a:gd name="connsiteX291" fmla="*/ 2555546 w 5851096"/>
              <a:gd name="connsiteY291" fmla="*/ 1547735 h 3089525"/>
              <a:gd name="connsiteX292" fmla="*/ 2555546 w 5851096"/>
              <a:gd name="connsiteY292" fmla="*/ 2982001 h 3089525"/>
              <a:gd name="connsiteX293" fmla="*/ 3123910 w 5851096"/>
              <a:gd name="connsiteY293" fmla="*/ 2417442 h 3089525"/>
              <a:gd name="connsiteX294" fmla="*/ 2555546 w 5851096"/>
              <a:gd name="connsiteY294" fmla="*/ 2982001 h 3089525"/>
              <a:gd name="connsiteX295" fmla="*/ 2485948 w 5851096"/>
              <a:gd name="connsiteY295" fmla="*/ 0 h 3089525"/>
              <a:gd name="connsiteX296" fmla="*/ 2641440 w 5851096"/>
              <a:gd name="connsiteY296" fmla="*/ 0 h 3089525"/>
              <a:gd name="connsiteX297" fmla="*/ 2664693 w 5851096"/>
              <a:gd name="connsiteY297" fmla="*/ 45955 h 3089525"/>
              <a:gd name="connsiteX298" fmla="*/ 3123910 w 5851096"/>
              <a:gd name="connsiteY298" fmla="*/ 349642 h 3089525"/>
              <a:gd name="connsiteX299" fmla="*/ 3005167 w 5851096"/>
              <a:gd name="connsiteY299" fmla="*/ 79433 h 3089525"/>
              <a:gd name="connsiteX300" fmla="*/ 2933794 w 5851096"/>
              <a:gd name="connsiteY300" fmla="*/ 0 h 3089525"/>
              <a:gd name="connsiteX301" fmla="*/ 3109934 w 5851096"/>
              <a:gd name="connsiteY301" fmla="*/ 0 h 3089525"/>
              <a:gd name="connsiteX302" fmla="*/ 3175456 w 5851096"/>
              <a:gd name="connsiteY302" fmla="*/ 100280 h 3089525"/>
              <a:gd name="connsiteX303" fmla="*/ 3263553 w 5851096"/>
              <a:gd name="connsiteY303" fmla="*/ 366850 h 3089525"/>
              <a:gd name="connsiteX304" fmla="*/ 3264081 w 5851096"/>
              <a:gd name="connsiteY304" fmla="*/ 366915 h 3089525"/>
              <a:gd name="connsiteX305" fmla="*/ 3264647 w 5851096"/>
              <a:gd name="connsiteY305" fmla="*/ 373792 h 3089525"/>
              <a:gd name="connsiteX306" fmla="*/ 3272455 w 5851096"/>
              <a:gd name="connsiteY306" fmla="*/ 468842 h 3089525"/>
              <a:gd name="connsiteX307" fmla="*/ 3273888 w 5851096"/>
              <a:gd name="connsiteY307" fmla="*/ 486299 h 3089525"/>
              <a:gd name="connsiteX308" fmla="*/ 3273268 w 5851096"/>
              <a:gd name="connsiteY308" fmla="*/ 498061 h 3089525"/>
              <a:gd name="connsiteX309" fmla="*/ 3272746 w 5851096"/>
              <a:gd name="connsiteY309" fmla="*/ 498027 h 3089525"/>
              <a:gd name="connsiteX310" fmla="*/ 3272719 w 5851096"/>
              <a:gd name="connsiteY310" fmla="*/ 498535 h 3089525"/>
              <a:gd name="connsiteX311" fmla="*/ 3254811 w 5851096"/>
              <a:gd name="connsiteY311" fmla="*/ 496864 h 3089525"/>
              <a:gd name="connsiteX312" fmla="*/ 3154984 w 5851096"/>
              <a:gd name="connsiteY312" fmla="*/ 487548 h 3089525"/>
              <a:gd name="connsiteX313" fmla="*/ 3138020 w 5851096"/>
              <a:gd name="connsiteY313" fmla="*/ 485964 h 3089525"/>
              <a:gd name="connsiteX314" fmla="*/ 3137899 w 5851096"/>
              <a:gd name="connsiteY314" fmla="*/ 484784 h 3089525"/>
              <a:gd name="connsiteX315" fmla="*/ 2540177 w 5851096"/>
              <a:gd name="connsiteY315" fmla="*/ 99096 h 3089525"/>
              <a:gd name="connsiteX316" fmla="*/ 2408030 w 5851096"/>
              <a:gd name="connsiteY316" fmla="*/ 3089525 h 3089525"/>
              <a:gd name="connsiteX317" fmla="*/ 2414810 w 5851096"/>
              <a:gd name="connsiteY317" fmla="*/ 3006343 h 3089525"/>
              <a:gd name="connsiteX318" fmla="*/ 2415375 w 5851096"/>
              <a:gd name="connsiteY318" fmla="*/ 2999411 h 3089525"/>
              <a:gd name="connsiteX319" fmla="*/ 2415904 w 5851096"/>
              <a:gd name="connsiteY319" fmla="*/ 2999346 h 3089525"/>
              <a:gd name="connsiteX320" fmla="*/ 3137898 w 5851096"/>
              <a:gd name="connsiteY320" fmla="*/ 2281230 h 3089525"/>
              <a:gd name="connsiteX321" fmla="*/ 3138020 w 5851096"/>
              <a:gd name="connsiteY321" fmla="*/ 2280040 h 3089525"/>
              <a:gd name="connsiteX322" fmla="*/ 3154980 w 5851096"/>
              <a:gd name="connsiteY322" fmla="*/ 2278445 h 3089525"/>
              <a:gd name="connsiteX323" fmla="*/ 3254844 w 5851096"/>
              <a:gd name="connsiteY323" fmla="*/ 2269052 h 3089525"/>
              <a:gd name="connsiteX324" fmla="*/ 3272719 w 5851096"/>
              <a:gd name="connsiteY324" fmla="*/ 2267371 h 3089525"/>
              <a:gd name="connsiteX325" fmla="*/ 3272746 w 5851096"/>
              <a:gd name="connsiteY325" fmla="*/ 2267882 h 3089525"/>
              <a:gd name="connsiteX326" fmla="*/ 3273267 w 5851096"/>
              <a:gd name="connsiteY326" fmla="*/ 2267848 h 3089525"/>
              <a:gd name="connsiteX327" fmla="*/ 3273888 w 5851096"/>
              <a:gd name="connsiteY327" fmla="*/ 2279702 h 3089525"/>
              <a:gd name="connsiteX328" fmla="*/ 3272455 w 5851096"/>
              <a:gd name="connsiteY328" fmla="*/ 2297292 h 3089525"/>
              <a:gd name="connsiteX329" fmla="*/ 3264644 w 5851096"/>
              <a:gd name="connsiteY329" fmla="*/ 2393114 h 3089525"/>
              <a:gd name="connsiteX330" fmla="*/ 3264080 w 5851096"/>
              <a:gd name="connsiteY330" fmla="*/ 2400032 h 3089525"/>
              <a:gd name="connsiteX331" fmla="*/ 3263552 w 5851096"/>
              <a:gd name="connsiteY331" fmla="*/ 2400097 h 3089525"/>
              <a:gd name="connsiteX332" fmla="*/ 2678205 w 5851096"/>
              <a:gd name="connsiteY332" fmla="*/ 3084683 h 3089525"/>
              <a:gd name="connsiteX333" fmla="*/ 2658472 w 5851096"/>
              <a:gd name="connsiteY333" fmla="*/ 3089525 h 3089525"/>
              <a:gd name="connsiteX334" fmla="*/ 2405567 w 5851096"/>
              <a:gd name="connsiteY334" fmla="*/ 1361522 h 3089525"/>
              <a:gd name="connsiteX335" fmla="*/ 2407002 w 5851096"/>
              <a:gd name="connsiteY335" fmla="*/ 1343926 h 3089525"/>
              <a:gd name="connsiteX336" fmla="*/ 2414810 w 5851096"/>
              <a:gd name="connsiteY336" fmla="*/ 1248124 h 3089525"/>
              <a:gd name="connsiteX337" fmla="*/ 2415375 w 5851096"/>
              <a:gd name="connsiteY337" fmla="*/ 1241192 h 3089525"/>
              <a:gd name="connsiteX338" fmla="*/ 2415904 w 5851096"/>
              <a:gd name="connsiteY338" fmla="*/ 1241127 h 3089525"/>
              <a:gd name="connsiteX339" fmla="*/ 3137898 w 5851096"/>
              <a:gd name="connsiteY339" fmla="*/ 523010 h 3089525"/>
              <a:gd name="connsiteX340" fmla="*/ 3138020 w 5851096"/>
              <a:gd name="connsiteY340" fmla="*/ 521820 h 3089525"/>
              <a:gd name="connsiteX341" fmla="*/ 3154980 w 5851096"/>
              <a:gd name="connsiteY341" fmla="*/ 520226 h 3089525"/>
              <a:gd name="connsiteX342" fmla="*/ 3254844 w 5851096"/>
              <a:gd name="connsiteY342" fmla="*/ 510833 h 3089525"/>
              <a:gd name="connsiteX343" fmla="*/ 3272719 w 5851096"/>
              <a:gd name="connsiteY343" fmla="*/ 509151 h 3089525"/>
              <a:gd name="connsiteX344" fmla="*/ 3272746 w 5851096"/>
              <a:gd name="connsiteY344" fmla="*/ 509663 h 3089525"/>
              <a:gd name="connsiteX345" fmla="*/ 3273267 w 5851096"/>
              <a:gd name="connsiteY345" fmla="*/ 509629 h 3089525"/>
              <a:gd name="connsiteX346" fmla="*/ 3273888 w 5851096"/>
              <a:gd name="connsiteY346" fmla="*/ 521483 h 3089525"/>
              <a:gd name="connsiteX347" fmla="*/ 3272455 w 5851096"/>
              <a:gd name="connsiteY347" fmla="*/ 539073 h 3089525"/>
              <a:gd name="connsiteX348" fmla="*/ 3264644 w 5851096"/>
              <a:gd name="connsiteY348" fmla="*/ 634895 h 3089525"/>
              <a:gd name="connsiteX349" fmla="*/ 3264080 w 5851096"/>
              <a:gd name="connsiteY349" fmla="*/ 641812 h 3089525"/>
              <a:gd name="connsiteX350" fmla="*/ 3263552 w 5851096"/>
              <a:gd name="connsiteY350" fmla="*/ 641878 h 3089525"/>
              <a:gd name="connsiteX351" fmla="*/ 2541558 w 5851096"/>
              <a:gd name="connsiteY351" fmla="*/ 1359994 h 3089525"/>
              <a:gd name="connsiteX352" fmla="*/ 2541437 w 5851096"/>
              <a:gd name="connsiteY352" fmla="*/ 1361184 h 3089525"/>
              <a:gd name="connsiteX353" fmla="*/ 2524472 w 5851096"/>
              <a:gd name="connsiteY353" fmla="*/ 1362780 h 3089525"/>
              <a:gd name="connsiteX354" fmla="*/ 2424645 w 5851096"/>
              <a:gd name="connsiteY354" fmla="*/ 1372169 h 3089525"/>
              <a:gd name="connsiteX355" fmla="*/ 2406737 w 5851096"/>
              <a:gd name="connsiteY355" fmla="*/ 1373854 h 3089525"/>
              <a:gd name="connsiteX356" fmla="*/ 2406710 w 5851096"/>
              <a:gd name="connsiteY356" fmla="*/ 1373341 h 3089525"/>
              <a:gd name="connsiteX357" fmla="*/ 2406188 w 5851096"/>
              <a:gd name="connsiteY357" fmla="*/ 1373376 h 3089525"/>
              <a:gd name="connsiteX358" fmla="*/ 2405567 w 5851096"/>
              <a:gd name="connsiteY358" fmla="*/ 1361522 h 3089525"/>
              <a:gd name="connsiteX359" fmla="*/ 2405567 w 5851096"/>
              <a:gd name="connsiteY359" fmla="*/ 1411078 h 3089525"/>
              <a:gd name="connsiteX360" fmla="*/ 2406189 w 5851096"/>
              <a:gd name="connsiteY360" fmla="*/ 1399317 h 3089525"/>
              <a:gd name="connsiteX361" fmla="*/ 2406710 w 5851096"/>
              <a:gd name="connsiteY361" fmla="*/ 1399351 h 3089525"/>
              <a:gd name="connsiteX362" fmla="*/ 2406737 w 5851096"/>
              <a:gd name="connsiteY362" fmla="*/ 1398843 h 3089525"/>
              <a:gd name="connsiteX363" fmla="*/ 2424613 w 5851096"/>
              <a:gd name="connsiteY363" fmla="*/ 1400511 h 3089525"/>
              <a:gd name="connsiteX364" fmla="*/ 2524476 w 5851096"/>
              <a:gd name="connsiteY364" fmla="*/ 1409831 h 3089525"/>
              <a:gd name="connsiteX365" fmla="*/ 2541437 w 5851096"/>
              <a:gd name="connsiteY365" fmla="*/ 1411413 h 3089525"/>
              <a:gd name="connsiteX366" fmla="*/ 2541559 w 5851096"/>
              <a:gd name="connsiteY366" fmla="*/ 1412593 h 3089525"/>
              <a:gd name="connsiteX367" fmla="*/ 3263553 w 5851096"/>
              <a:gd name="connsiteY367" fmla="*/ 2125070 h 3089525"/>
              <a:gd name="connsiteX368" fmla="*/ 3264081 w 5851096"/>
              <a:gd name="connsiteY368" fmla="*/ 2125135 h 3089525"/>
              <a:gd name="connsiteX369" fmla="*/ 3264647 w 5851096"/>
              <a:gd name="connsiteY369" fmla="*/ 2132012 h 3089525"/>
              <a:gd name="connsiteX370" fmla="*/ 3272455 w 5851096"/>
              <a:gd name="connsiteY370" fmla="*/ 2227062 h 3089525"/>
              <a:gd name="connsiteX371" fmla="*/ 3273888 w 5851096"/>
              <a:gd name="connsiteY371" fmla="*/ 2244520 h 3089525"/>
              <a:gd name="connsiteX372" fmla="*/ 3273268 w 5851096"/>
              <a:gd name="connsiteY372" fmla="*/ 2256280 h 3089525"/>
              <a:gd name="connsiteX373" fmla="*/ 3272746 w 5851096"/>
              <a:gd name="connsiteY373" fmla="*/ 2256246 h 3089525"/>
              <a:gd name="connsiteX374" fmla="*/ 3272719 w 5851096"/>
              <a:gd name="connsiteY374" fmla="*/ 2256755 h 3089525"/>
              <a:gd name="connsiteX375" fmla="*/ 3254811 w 5851096"/>
              <a:gd name="connsiteY375" fmla="*/ 2255084 h 3089525"/>
              <a:gd name="connsiteX376" fmla="*/ 3154984 w 5851096"/>
              <a:gd name="connsiteY376" fmla="*/ 2245767 h 3089525"/>
              <a:gd name="connsiteX377" fmla="*/ 3138020 w 5851096"/>
              <a:gd name="connsiteY377" fmla="*/ 2244184 h 3089525"/>
              <a:gd name="connsiteX378" fmla="*/ 3137899 w 5851096"/>
              <a:gd name="connsiteY378" fmla="*/ 2243004 h 3089525"/>
              <a:gd name="connsiteX379" fmla="*/ 2415905 w 5851096"/>
              <a:gd name="connsiteY379" fmla="*/ 1530527 h 3089525"/>
              <a:gd name="connsiteX380" fmla="*/ 2415376 w 5851096"/>
              <a:gd name="connsiteY380" fmla="*/ 1530463 h 3089525"/>
              <a:gd name="connsiteX381" fmla="*/ 2414813 w 5851096"/>
              <a:gd name="connsiteY381" fmla="*/ 1523599 h 3089525"/>
              <a:gd name="connsiteX382" fmla="*/ 2407002 w 5851096"/>
              <a:gd name="connsiteY382" fmla="*/ 1428529 h 3089525"/>
              <a:gd name="connsiteX383" fmla="*/ 2405567 w 5851096"/>
              <a:gd name="connsiteY383" fmla="*/ 1411078 h 3089525"/>
              <a:gd name="connsiteX384" fmla="*/ 1675142 w 5851096"/>
              <a:gd name="connsiteY384" fmla="*/ 659222 h 3089525"/>
              <a:gd name="connsiteX385" fmla="*/ 2243506 w 5851096"/>
              <a:gd name="connsiteY385" fmla="*/ 1223782 h 3089525"/>
              <a:gd name="connsiteX386" fmla="*/ 1675142 w 5851096"/>
              <a:gd name="connsiteY386" fmla="*/ 659222 h 3089525"/>
              <a:gd name="connsiteX387" fmla="*/ 1675142 w 5851096"/>
              <a:gd name="connsiteY387" fmla="*/ 2417442 h 3089525"/>
              <a:gd name="connsiteX388" fmla="*/ 2243506 w 5851096"/>
              <a:gd name="connsiteY388" fmla="*/ 2982001 h 3089525"/>
              <a:gd name="connsiteX389" fmla="*/ 1675142 w 5851096"/>
              <a:gd name="connsiteY389" fmla="*/ 2417442 h 3089525"/>
              <a:gd name="connsiteX390" fmla="*/ 1675140 w 5851096"/>
              <a:gd name="connsiteY390" fmla="*/ 2107862 h 3089525"/>
              <a:gd name="connsiteX391" fmla="*/ 2243504 w 5851096"/>
              <a:gd name="connsiteY391" fmla="*/ 1547735 h 3089525"/>
              <a:gd name="connsiteX392" fmla="*/ 1675140 w 5851096"/>
              <a:gd name="connsiteY392" fmla="*/ 2107862 h 3089525"/>
              <a:gd name="connsiteX393" fmla="*/ 1525164 w 5851096"/>
              <a:gd name="connsiteY393" fmla="*/ 521483 h 3089525"/>
              <a:gd name="connsiteX394" fmla="*/ 1525785 w 5851096"/>
              <a:gd name="connsiteY394" fmla="*/ 509629 h 3089525"/>
              <a:gd name="connsiteX395" fmla="*/ 1526306 w 5851096"/>
              <a:gd name="connsiteY395" fmla="*/ 509663 h 3089525"/>
              <a:gd name="connsiteX396" fmla="*/ 1526333 w 5851096"/>
              <a:gd name="connsiteY396" fmla="*/ 509151 h 3089525"/>
              <a:gd name="connsiteX397" fmla="*/ 1544208 w 5851096"/>
              <a:gd name="connsiteY397" fmla="*/ 510833 h 3089525"/>
              <a:gd name="connsiteX398" fmla="*/ 1644072 w 5851096"/>
              <a:gd name="connsiteY398" fmla="*/ 520226 h 3089525"/>
              <a:gd name="connsiteX399" fmla="*/ 1661032 w 5851096"/>
              <a:gd name="connsiteY399" fmla="*/ 521820 h 3089525"/>
              <a:gd name="connsiteX400" fmla="*/ 1661154 w 5851096"/>
              <a:gd name="connsiteY400" fmla="*/ 523010 h 3089525"/>
              <a:gd name="connsiteX401" fmla="*/ 2383148 w 5851096"/>
              <a:gd name="connsiteY401" fmla="*/ 1241127 h 3089525"/>
              <a:gd name="connsiteX402" fmla="*/ 2383678 w 5851096"/>
              <a:gd name="connsiteY402" fmla="*/ 1241192 h 3089525"/>
              <a:gd name="connsiteX403" fmla="*/ 2384242 w 5851096"/>
              <a:gd name="connsiteY403" fmla="*/ 1248124 h 3089525"/>
              <a:gd name="connsiteX404" fmla="*/ 2392051 w 5851096"/>
              <a:gd name="connsiteY404" fmla="*/ 1343926 h 3089525"/>
              <a:gd name="connsiteX405" fmla="*/ 2393485 w 5851096"/>
              <a:gd name="connsiteY405" fmla="*/ 1361522 h 3089525"/>
              <a:gd name="connsiteX406" fmla="*/ 2392864 w 5851096"/>
              <a:gd name="connsiteY406" fmla="*/ 1373376 h 3089525"/>
              <a:gd name="connsiteX407" fmla="*/ 2392342 w 5851096"/>
              <a:gd name="connsiteY407" fmla="*/ 1373341 h 3089525"/>
              <a:gd name="connsiteX408" fmla="*/ 2392315 w 5851096"/>
              <a:gd name="connsiteY408" fmla="*/ 1373854 h 3089525"/>
              <a:gd name="connsiteX409" fmla="*/ 2374407 w 5851096"/>
              <a:gd name="connsiteY409" fmla="*/ 1372169 h 3089525"/>
              <a:gd name="connsiteX410" fmla="*/ 2274580 w 5851096"/>
              <a:gd name="connsiteY410" fmla="*/ 1362780 h 3089525"/>
              <a:gd name="connsiteX411" fmla="*/ 2257615 w 5851096"/>
              <a:gd name="connsiteY411" fmla="*/ 1361184 h 3089525"/>
              <a:gd name="connsiteX412" fmla="*/ 2257494 w 5851096"/>
              <a:gd name="connsiteY412" fmla="*/ 1359994 h 3089525"/>
              <a:gd name="connsiteX413" fmla="*/ 1535500 w 5851096"/>
              <a:gd name="connsiteY413" fmla="*/ 641878 h 3089525"/>
              <a:gd name="connsiteX414" fmla="*/ 1534972 w 5851096"/>
              <a:gd name="connsiteY414" fmla="*/ 641812 h 3089525"/>
              <a:gd name="connsiteX415" fmla="*/ 1534408 w 5851096"/>
              <a:gd name="connsiteY415" fmla="*/ 634895 h 3089525"/>
              <a:gd name="connsiteX416" fmla="*/ 1526597 w 5851096"/>
              <a:gd name="connsiteY416" fmla="*/ 539073 h 3089525"/>
              <a:gd name="connsiteX417" fmla="*/ 1525164 w 5851096"/>
              <a:gd name="connsiteY417" fmla="*/ 521483 h 3089525"/>
              <a:gd name="connsiteX418" fmla="*/ 1525164 w 5851096"/>
              <a:gd name="connsiteY418" fmla="*/ 2279702 h 3089525"/>
              <a:gd name="connsiteX419" fmla="*/ 1525785 w 5851096"/>
              <a:gd name="connsiteY419" fmla="*/ 2267848 h 3089525"/>
              <a:gd name="connsiteX420" fmla="*/ 1526306 w 5851096"/>
              <a:gd name="connsiteY420" fmla="*/ 2267882 h 3089525"/>
              <a:gd name="connsiteX421" fmla="*/ 1526333 w 5851096"/>
              <a:gd name="connsiteY421" fmla="*/ 2267371 h 3089525"/>
              <a:gd name="connsiteX422" fmla="*/ 1544208 w 5851096"/>
              <a:gd name="connsiteY422" fmla="*/ 2269052 h 3089525"/>
              <a:gd name="connsiteX423" fmla="*/ 1644072 w 5851096"/>
              <a:gd name="connsiteY423" fmla="*/ 2278445 h 3089525"/>
              <a:gd name="connsiteX424" fmla="*/ 1661032 w 5851096"/>
              <a:gd name="connsiteY424" fmla="*/ 2280040 h 3089525"/>
              <a:gd name="connsiteX425" fmla="*/ 1661154 w 5851096"/>
              <a:gd name="connsiteY425" fmla="*/ 2281230 h 3089525"/>
              <a:gd name="connsiteX426" fmla="*/ 2383148 w 5851096"/>
              <a:gd name="connsiteY426" fmla="*/ 2999346 h 3089525"/>
              <a:gd name="connsiteX427" fmla="*/ 2383678 w 5851096"/>
              <a:gd name="connsiteY427" fmla="*/ 2999411 h 3089525"/>
              <a:gd name="connsiteX428" fmla="*/ 2384242 w 5851096"/>
              <a:gd name="connsiteY428" fmla="*/ 3006343 h 3089525"/>
              <a:gd name="connsiteX429" fmla="*/ 2391022 w 5851096"/>
              <a:gd name="connsiteY429" fmla="*/ 3089525 h 3089525"/>
              <a:gd name="connsiteX430" fmla="*/ 2140581 w 5851096"/>
              <a:gd name="connsiteY430" fmla="*/ 3089525 h 3089525"/>
              <a:gd name="connsiteX431" fmla="*/ 2120847 w 5851096"/>
              <a:gd name="connsiteY431" fmla="*/ 3084683 h 3089525"/>
              <a:gd name="connsiteX432" fmla="*/ 1535500 w 5851096"/>
              <a:gd name="connsiteY432" fmla="*/ 2400097 h 3089525"/>
              <a:gd name="connsiteX433" fmla="*/ 1534972 w 5851096"/>
              <a:gd name="connsiteY433" fmla="*/ 2400032 h 3089525"/>
              <a:gd name="connsiteX434" fmla="*/ 1534408 w 5851096"/>
              <a:gd name="connsiteY434" fmla="*/ 2393114 h 3089525"/>
              <a:gd name="connsiteX435" fmla="*/ 1526597 w 5851096"/>
              <a:gd name="connsiteY435" fmla="*/ 2297292 h 3089525"/>
              <a:gd name="connsiteX436" fmla="*/ 1525164 w 5851096"/>
              <a:gd name="connsiteY436" fmla="*/ 2279702 h 3089525"/>
              <a:gd name="connsiteX437" fmla="*/ 1525162 w 5851096"/>
              <a:gd name="connsiteY437" fmla="*/ 486299 h 3089525"/>
              <a:gd name="connsiteX438" fmla="*/ 1526595 w 5851096"/>
              <a:gd name="connsiteY438" fmla="*/ 468842 h 3089525"/>
              <a:gd name="connsiteX439" fmla="*/ 1534403 w 5851096"/>
              <a:gd name="connsiteY439" fmla="*/ 373792 h 3089525"/>
              <a:gd name="connsiteX440" fmla="*/ 1534969 w 5851096"/>
              <a:gd name="connsiteY440" fmla="*/ 366915 h 3089525"/>
              <a:gd name="connsiteX441" fmla="*/ 1535497 w 5851096"/>
              <a:gd name="connsiteY441" fmla="*/ 366850 h 3089525"/>
              <a:gd name="connsiteX442" fmla="*/ 1623594 w 5851096"/>
              <a:gd name="connsiteY442" fmla="*/ 100280 h 3089525"/>
              <a:gd name="connsiteX443" fmla="*/ 1689117 w 5851096"/>
              <a:gd name="connsiteY443" fmla="*/ 0 h 3089525"/>
              <a:gd name="connsiteX444" fmla="*/ 1865257 w 5851096"/>
              <a:gd name="connsiteY444" fmla="*/ 0 h 3089525"/>
              <a:gd name="connsiteX445" fmla="*/ 1793882 w 5851096"/>
              <a:gd name="connsiteY445" fmla="*/ 79433 h 3089525"/>
              <a:gd name="connsiteX446" fmla="*/ 1675140 w 5851096"/>
              <a:gd name="connsiteY446" fmla="*/ 349642 h 3089525"/>
              <a:gd name="connsiteX447" fmla="*/ 2134358 w 5851096"/>
              <a:gd name="connsiteY447" fmla="*/ 45955 h 3089525"/>
              <a:gd name="connsiteX448" fmla="*/ 2157611 w 5851096"/>
              <a:gd name="connsiteY448" fmla="*/ 0 h 3089525"/>
              <a:gd name="connsiteX449" fmla="*/ 2313103 w 5851096"/>
              <a:gd name="connsiteY449" fmla="*/ 0 h 3089525"/>
              <a:gd name="connsiteX450" fmla="*/ 2258874 w 5851096"/>
              <a:gd name="connsiteY450" fmla="*/ 99096 h 3089525"/>
              <a:gd name="connsiteX451" fmla="*/ 1661151 w 5851096"/>
              <a:gd name="connsiteY451" fmla="*/ 484784 h 3089525"/>
              <a:gd name="connsiteX452" fmla="*/ 1661030 w 5851096"/>
              <a:gd name="connsiteY452" fmla="*/ 485964 h 3089525"/>
              <a:gd name="connsiteX453" fmla="*/ 1644066 w 5851096"/>
              <a:gd name="connsiteY453" fmla="*/ 487548 h 3089525"/>
              <a:gd name="connsiteX454" fmla="*/ 1544239 w 5851096"/>
              <a:gd name="connsiteY454" fmla="*/ 496864 h 3089525"/>
              <a:gd name="connsiteX455" fmla="*/ 1526331 w 5851096"/>
              <a:gd name="connsiteY455" fmla="*/ 498535 h 3089525"/>
              <a:gd name="connsiteX456" fmla="*/ 1526304 w 5851096"/>
              <a:gd name="connsiteY456" fmla="*/ 498027 h 3089525"/>
              <a:gd name="connsiteX457" fmla="*/ 1525782 w 5851096"/>
              <a:gd name="connsiteY457" fmla="*/ 498061 h 3089525"/>
              <a:gd name="connsiteX458" fmla="*/ 1525162 w 5851096"/>
              <a:gd name="connsiteY458" fmla="*/ 486299 h 3089525"/>
              <a:gd name="connsiteX459" fmla="*/ 1525161 w 5851096"/>
              <a:gd name="connsiteY459" fmla="*/ 2244520 h 3089525"/>
              <a:gd name="connsiteX460" fmla="*/ 1526595 w 5851096"/>
              <a:gd name="connsiteY460" fmla="*/ 2227062 h 3089525"/>
              <a:gd name="connsiteX461" fmla="*/ 1534403 w 5851096"/>
              <a:gd name="connsiteY461" fmla="*/ 2132012 h 3089525"/>
              <a:gd name="connsiteX462" fmla="*/ 1534969 w 5851096"/>
              <a:gd name="connsiteY462" fmla="*/ 2125135 h 3089525"/>
              <a:gd name="connsiteX463" fmla="*/ 1535497 w 5851096"/>
              <a:gd name="connsiteY463" fmla="*/ 2125070 h 3089525"/>
              <a:gd name="connsiteX464" fmla="*/ 2257491 w 5851096"/>
              <a:gd name="connsiteY464" fmla="*/ 1412593 h 3089525"/>
              <a:gd name="connsiteX465" fmla="*/ 2257613 w 5851096"/>
              <a:gd name="connsiteY465" fmla="*/ 1411413 h 3089525"/>
              <a:gd name="connsiteX466" fmla="*/ 2274574 w 5851096"/>
              <a:gd name="connsiteY466" fmla="*/ 1409831 h 3089525"/>
              <a:gd name="connsiteX467" fmla="*/ 2374437 w 5851096"/>
              <a:gd name="connsiteY467" fmla="*/ 1400511 h 3089525"/>
              <a:gd name="connsiteX468" fmla="*/ 2392313 w 5851096"/>
              <a:gd name="connsiteY468" fmla="*/ 1398843 h 3089525"/>
              <a:gd name="connsiteX469" fmla="*/ 2392341 w 5851096"/>
              <a:gd name="connsiteY469" fmla="*/ 1399351 h 3089525"/>
              <a:gd name="connsiteX470" fmla="*/ 2392861 w 5851096"/>
              <a:gd name="connsiteY470" fmla="*/ 1399317 h 3089525"/>
              <a:gd name="connsiteX471" fmla="*/ 2393483 w 5851096"/>
              <a:gd name="connsiteY471" fmla="*/ 1411078 h 3089525"/>
              <a:gd name="connsiteX472" fmla="*/ 2392048 w 5851096"/>
              <a:gd name="connsiteY472" fmla="*/ 1428529 h 3089525"/>
              <a:gd name="connsiteX473" fmla="*/ 2384237 w 5851096"/>
              <a:gd name="connsiteY473" fmla="*/ 1523599 h 3089525"/>
              <a:gd name="connsiteX474" fmla="*/ 2383674 w 5851096"/>
              <a:gd name="connsiteY474" fmla="*/ 1530463 h 3089525"/>
              <a:gd name="connsiteX475" fmla="*/ 2383145 w 5851096"/>
              <a:gd name="connsiteY475" fmla="*/ 1530527 h 3089525"/>
              <a:gd name="connsiteX476" fmla="*/ 1661151 w 5851096"/>
              <a:gd name="connsiteY476" fmla="*/ 2243004 h 3089525"/>
              <a:gd name="connsiteX477" fmla="*/ 1661030 w 5851096"/>
              <a:gd name="connsiteY477" fmla="*/ 2244184 h 3089525"/>
              <a:gd name="connsiteX478" fmla="*/ 1644066 w 5851096"/>
              <a:gd name="connsiteY478" fmla="*/ 2245767 h 3089525"/>
              <a:gd name="connsiteX479" fmla="*/ 1544238 w 5851096"/>
              <a:gd name="connsiteY479" fmla="*/ 2255084 h 3089525"/>
              <a:gd name="connsiteX480" fmla="*/ 1526331 w 5851096"/>
              <a:gd name="connsiteY480" fmla="*/ 2256755 h 3089525"/>
              <a:gd name="connsiteX481" fmla="*/ 1526304 w 5851096"/>
              <a:gd name="connsiteY481" fmla="*/ 2256246 h 3089525"/>
              <a:gd name="connsiteX482" fmla="*/ 1525782 w 5851096"/>
              <a:gd name="connsiteY482" fmla="*/ 2256280 h 3089525"/>
              <a:gd name="connsiteX483" fmla="*/ 1525161 w 5851096"/>
              <a:gd name="connsiteY483" fmla="*/ 2244520 h 3089525"/>
              <a:gd name="connsiteX484" fmla="*/ 785360 w 5851096"/>
              <a:gd name="connsiteY484" fmla="*/ 1223782 h 3089525"/>
              <a:gd name="connsiteX485" fmla="*/ 1353724 w 5851096"/>
              <a:gd name="connsiteY485" fmla="*/ 659222 h 3089525"/>
              <a:gd name="connsiteX486" fmla="*/ 785360 w 5851096"/>
              <a:gd name="connsiteY486" fmla="*/ 1223782 h 3089525"/>
              <a:gd name="connsiteX487" fmla="*/ 785360 w 5851096"/>
              <a:gd name="connsiteY487" fmla="*/ 1547735 h 3089525"/>
              <a:gd name="connsiteX488" fmla="*/ 1353724 w 5851096"/>
              <a:gd name="connsiteY488" fmla="*/ 2107862 h 3089525"/>
              <a:gd name="connsiteX489" fmla="*/ 785360 w 5851096"/>
              <a:gd name="connsiteY489" fmla="*/ 1547735 h 3089525"/>
              <a:gd name="connsiteX490" fmla="*/ 785360 w 5851096"/>
              <a:gd name="connsiteY490" fmla="*/ 2982001 h 3089525"/>
              <a:gd name="connsiteX491" fmla="*/ 1353724 w 5851096"/>
              <a:gd name="connsiteY491" fmla="*/ 2417442 h 3089525"/>
              <a:gd name="connsiteX492" fmla="*/ 785360 w 5851096"/>
              <a:gd name="connsiteY492" fmla="*/ 2982001 h 3089525"/>
              <a:gd name="connsiteX493" fmla="*/ 715762 w 5851096"/>
              <a:gd name="connsiteY493" fmla="*/ 0 h 3089525"/>
              <a:gd name="connsiteX494" fmla="*/ 871255 w 5851096"/>
              <a:gd name="connsiteY494" fmla="*/ 0 h 3089525"/>
              <a:gd name="connsiteX495" fmla="*/ 894508 w 5851096"/>
              <a:gd name="connsiteY495" fmla="*/ 45955 h 3089525"/>
              <a:gd name="connsiteX496" fmla="*/ 1353724 w 5851096"/>
              <a:gd name="connsiteY496" fmla="*/ 349642 h 3089525"/>
              <a:gd name="connsiteX497" fmla="*/ 1234983 w 5851096"/>
              <a:gd name="connsiteY497" fmla="*/ 79433 h 3089525"/>
              <a:gd name="connsiteX498" fmla="*/ 1163608 w 5851096"/>
              <a:gd name="connsiteY498" fmla="*/ 0 h 3089525"/>
              <a:gd name="connsiteX499" fmla="*/ 1339748 w 5851096"/>
              <a:gd name="connsiteY499" fmla="*/ 0 h 3089525"/>
              <a:gd name="connsiteX500" fmla="*/ 1405271 w 5851096"/>
              <a:gd name="connsiteY500" fmla="*/ 100280 h 3089525"/>
              <a:gd name="connsiteX501" fmla="*/ 1493366 w 5851096"/>
              <a:gd name="connsiteY501" fmla="*/ 366850 h 3089525"/>
              <a:gd name="connsiteX502" fmla="*/ 1493895 w 5851096"/>
              <a:gd name="connsiteY502" fmla="*/ 366914 h 3089525"/>
              <a:gd name="connsiteX503" fmla="*/ 1494460 w 5851096"/>
              <a:gd name="connsiteY503" fmla="*/ 373792 h 3089525"/>
              <a:gd name="connsiteX504" fmla="*/ 1502268 w 5851096"/>
              <a:gd name="connsiteY504" fmla="*/ 468842 h 3089525"/>
              <a:gd name="connsiteX505" fmla="*/ 1503703 w 5851096"/>
              <a:gd name="connsiteY505" fmla="*/ 486299 h 3089525"/>
              <a:gd name="connsiteX506" fmla="*/ 1503082 w 5851096"/>
              <a:gd name="connsiteY506" fmla="*/ 498061 h 3089525"/>
              <a:gd name="connsiteX507" fmla="*/ 1502560 w 5851096"/>
              <a:gd name="connsiteY507" fmla="*/ 498027 h 3089525"/>
              <a:gd name="connsiteX508" fmla="*/ 1502533 w 5851096"/>
              <a:gd name="connsiteY508" fmla="*/ 498535 h 3089525"/>
              <a:gd name="connsiteX509" fmla="*/ 1484625 w 5851096"/>
              <a:gd name="connsiteY509" fmla="*/ 496864 h 3089525"/>
              <a:gd name="connsiteX510" fmla="*/ 1384798 w 5851096"/>
              <a:gd name="connsiteY510" fmla="*/ 487548 h 3089525"/>
              <a:gd name="connsiteX511" fmla="*/ 1367833 w 5851096"/>
              <a:gd name="connsiteY511" fmla="*/ 485964 h 3089525"/>
              <a:gd name="connsiteX512" fmla="*/ 1367712 w 5851096"/>
              <a:gd name="connsiteY512" fmla="*/ 484784 h 3089525"/>
              <a:gd name="connsiteX513" fmla="*/ 769992 w 5851096"/>
              <a:gd name="connsiteY513" fmla="*/ 99096 h 3089525"/>
              <a:gd name="connsiteX514" fmla="*/ 637843 w 5851096"/>
              <a:gd name="connsiteY514" fmla="*/ 3089525 h 3089525"/>
              <a:gd name="connsiteX515" fmla="*/ 644623 w 5851096"/>
              <a:gd name="connsiteY515" fmla="*/ 3006343 h 3089525"/>
              <a:gd name="connsiteX516" fmla="*/ 645189 w 5851096"/>
              <a:gd name="connsiteY516" fmla="*/ 2999411 h 3089525"/>
              <a:gd name="connsiteX517" fmla="*/ 645717 w 5851096"/>
              <a:gd name="connsiteY517" fmla="*/ 2999346 h 3089525"/>
              <a:gd name="connsiteX518" fmla="*/ 1367711 w 5851096"/>
              <a:gd name="connsiteY518" fmla="*/ 2281230 h 3089525"/>
              <a:gd name="connsiteX519" fmla="*/ 1367833 w 5851096"/>
              <a:gd name="connsiteY519" fmla="*/ 2280040 h 3089525"/>
              <a:gd name="connsiteX520" fmla="*/ 1384794 w 5851096"/>
              <a:gd name="connsiteY520" fmla="*/ 2278445 h 3089525"/>
              <a:gd name="connsiteX521" fmla="*/ 1484657 w 5851096"/>
              <a:gd name="connsiteY521" fmla="*/ 2269052 h 3089525"/>
              <a:gd name="connsiteX522" fmla="*/ 1502533 w 5851096"/>
              <a:gd name="connsiteY522" fmla="*/ 2267371 h 3089525"/>
              <a:gd name="connsiteX523" fmla="*/ 1502560 w 5851096"/>
              <a:gd name="connsiteY523" fmla="*/ 2267882 h 3089525"/>
              <a:gd name="connsiteX524" fmla="*/ 1503081 w 5851096"/>
              <a:gd name="connsiteY524" fmla="*/ 2267848 h 3089525"/>
              <a:gd name="connsiteX525" fmla="*/ 1503703 w 5851096"/>
              <a:gd name="connsiteY525" fmla="*/ 2279702 h 3089525"/>
              <a:gd name="connsiteX526" fmla="*/ 1502268 w 5851096"/>
              <a:gd name="connsiteY526" fmla="*/ 2297292 h 3089525"/>
              <a:gd name="connsiteX527" fmla="*/ 1494457 w 5851096"/>
              <a:gd name="connsiteY527" fmla="*/ 2393114 h 3089525"/>
              <a:gd name="connsiteX528" fmla="*/ 1493894 w 5851096"/>
              <a:gd name="connsiteY528" fmla="*/ 2400032 h 3089525"/>
              <a:gd name="connsiteX529" fmla="*/ 1493365 w 5851096"/>
              <a:gd name="connsiteY529" fmla="*/ 2400097 h 3089525"/>
              <a:gd name="connsiteX530" fmla="*/ 908018 w 5851096"/>
              <a:gd name="connsiteY530" fmla="*/ 3084683 h 3089525"/>
              <a:gd name="connsiteX531" fmla="*/ 888285 w 5851096"/>
              <a:gd name="connsiteY531" fmla="*/ 3089525 h 3089525"/>
              <a:gd name="connsiteX532" fmla="*/ 635382 w 5851096"/>
              <a:gd name="connsiteY532" fmla="*/ 1361522 h 3089525"/>
              <a:gd name="connsiteX533" fmla="*/ 636815 w 5851096"/>
              <a:gd name="connsiteY533" fmla="*/ 1343926 h 3089525"/>
              <a:gd name="connsiteX534" fmla="*/ 644623 w 5851096"/>
              <a:gd name="connsiteY534" fmla="*/ 1248124 h 3089525"/>
              <a:gd name="connsiteX535" fmla="*/ 645189 w 5851096"/>
              <a:gd name="connsiteY535" fmla="*/ 1241192 h 3089525"/>
              <a:gd name="connsiteX536" fmla="*/ 645717 w 5851096"/>
              <a:gd name="connsiteY536" fmla="*/ 1241127 h 3089525"/>
              <a:gd name="connsiteX537" fmla="*/ 1367711 w 5851096"/>
              <a:gd name="connsiteY537" fmla="*/ 523010 h 3089525"/>
              <a:gd name="connsiteX538" fmla="*/ 1367833 w 5851096"/>
              <a:gd name="connsiteY538" fmla="*/ 521820 h 3089525"/>
              <a:gd name="connsiteX539" fmla="*/ 1384794 w 5851096"/>
              <a:gd name="connsiteY539" fmla="*/ 520226 h 3089525"/>
              <a:gd name="connsiteX540" fmla="*/ 1484657 w 5851096"/>
              <a:gd name="connsiteY540" fmla="*/ 510833 h 3089525"/>
              <a:gd name="connsiteX541" fmla="*/ 1502533 w 5851096"/>
              <a:gd name="connsiteY541" fmla="*/ 509151 h 3089525"/>
              <a:gd name="connsiteX542" fmla="*/ 1502560 w 5851096"/>
              <a:gd name="connsiteY542" fmla="*/ 509663 h 3089525"/>
              <a:gd name="connsiteX543" fmla="*/ 1503081 w 5851096"/>
              <a:gd name="connsiteY543" fmla="*/ 509629 h 3089525"/>
              <a:gd name="connsiteX544" fmla="*/ 1503703 w 5851096"/>
              <a:gd name="connsiteY544" fmla="*/ 521483 h 3089525"/>
              <a:gd name="connsiteX545" fmla="*/ 1502268 w 5851096"/>
              <a:gd name="connsiteY545" fmla="*/ 539073 h 3089525"/>
              <a:gd name="connsiteX546" fmla="*/ 1494457 w 5851096"/>
              <a:gd name="connsiteY546" fmla="*/ 634895 h 3089525"/>
              <a:gd name="connsiteX547" fmla="*/ 1493894 w 5851096"/>
              <a:gd name="connsiteY547" fmla="*/ 641812 h 3089525"/>
              <a:gd name="connsiteX548" fmla="*/ 1493365 w 5851096"/>
              <a:gd name="connsiteY548" fmla="*/ 641878 h 3089525"/>
              <a:gd name="connsiteX549" fmla="*/ 771371 w 5851096"/>
              <a:gd name="connsiteY549" fmla="*/ 1359994 h 3089525"/>
              <a:gd name="connsiteX550" fmla="*/ 771250 w 5851096"/>
              <a:gd name="connsiteY550" fmla="*/ 1361184 h 3089525"/>
              <a:gd name="connsiteX551" fmla="*/ 754286 w 5851096"/>
              <a:gd name="connsiteY551" fmla="*/ 1362780 h 3089525"/>
              <a:gd name="connsiteX552" fmla="*/ 654458 w 5851096"/>
              <a:gd name="connsiteY552" fmla="*/ 1372169 h 3089525"/>
              <a:gd name="connsiteX553" fmla="*/ 636551 w 5851096"/>
              <a:gd name="connsiteY553" fmla="*/ 1373854 h 3089525"/>
              <a:gd name="connsiteX554" fmla="*/ 636524 w 5851096"/>
              <a:gd name="connsiteY554" fmla="*/ 1373341 h 3089525"/>
              <a:gd name="connsiteX555" fmla="*/ 636002 w 5851096"/>
              <a:gd name="connsiteY555" fmla="*/ 1373376 h 3089525"/>
              <a:gd name="connsiteX556" fmla="*/ 635382 w 5851096"/>
              <a:gd name="connsiteY556" fmla="*/ 1361522 h 3089525"/>
              <a:gd name="connsiteX557" fmla="*/ 635382 w 5851096"/>
              <a:gd name="connsiteY557" fmla="*/ 1411078 h 3089525"/>
              <a:gd name="connsiteX558" fmla="*/ 636003 w 5851096"/>
              <a:gd name="connsiteY558" fmla="*/ 1399317 h 3089525"/>
              <a:gd name="connsiteX559" fmla="*/ 636524 w 5851096"/>
              <a:gd name="connsiteY559" fmla="*/ 1399351 h 3089525"/>
              <a:gd name="connsiteX560" fmla="*/ 636551 w 5851096"/>
              <a:gd name="connsiteY560" fmla="*/ 1398843 h 3089525"/>
              <a:gd name="connsiteX561" fmla="*/ 654426 w 5851096"/>
              <a:gd name="connsiteY561" fmla="*/ 1400511 h 3089525"/>
              <a:gd name="connsiteX562" fmla="*/ 754290 w 5851096"/>
              <a:gd name="connsiteY562" fmla="*/ 1409831 h 3089525"/>
              <a:gd name="connsiteX563" fmla="*/ 771250 w 5851096"/>
              <a:gd name="connsiteY563" fmla="*/ 1411413 h 3089525"/>
              <a:gd name="connsiteX564" fmla="*/ 771372 w 5851096"/>
              <a:gd name="connsiteY564" fmla="*/ 1412593 h 3089525"/>
              <a:gd name="connsiteX565" fmla="*/ 1493366 w 5851096"/>
              <a:gd name="connsiteY565" fmla="*/ 2125070 h 3089525"/>
              <a:gd name="connsiteX566" fmla="*/ 1493895 w 5851096"/>
              <a:gd name="connsiteY566" fmla="*/ 2125135 h 3089525"/>
              <a:gd name="connsiteX567" fmla="*/ 1494460 w 5851096"/>
              <a:gd name="connsiteY567" fmla="*/ 2132012 h 3089525"/>
              <a:gd name="connsiteX568" fmla="*/ 1502268 w 5851096"/>
              <a:gd name="connsiteY568" fmla="*/ 2227062 h 3089525"/>
              <a:gd name="connsiteX569" fmla="*/ 1503703 w 5851096"/>
              <a:gd name="connsiteY569" fmla="*/ 2244520 h 3089525"/>
              <a:gd name="connsiteX570" fmla="*/ 1503082 w 5851096"/>
              <a:gd name="connsiteY570" fmla="*/ 2256280 h 3089525"/>
              <a:gd name="connsiteX571" fmla="*/ 1502560 w 5851096"/>
              <a:gd name="connsiteY571" fmla="*/ 2256246 h 3089525"/>
              <a:gd name="connsiteX572" fmla="*/ 1502533 w 5851096"/>
              <a:gd name="connsiteY572" fmla="*/ 2256755 h 3089525"/>
              <a:gd name="connsiteX573" fmla="*/ 1484625 w 5851096"/>
              <a:gd name="connsiteY573" fmla="*/ 2255084 h 3089525"/>
              <a:gd name="connsiteX574" fmla="*/ 1384798 w 5851096"/>
              <a:gd name="connsiteY574" fmla="*/ 2245767 h 3089525"/>
              <a:gd name="connsiteX575" fmla="*/ 1367833 w 5851096"/>
              <a:gd name="connsiteY575" fmla="*/ 2244184 h 3089525"/>
              <a:gd name="connsiteX576" fmla="*/ 1367712 w 5851096"/>
              <a:gd name="connsiteY576" fmla="*/ 2243004 h 3089525"/>
              <a:gd name="connsiteX577" fmla="*/ 645718 w 5851096"/>
              <a:gd name="connsiteY577" fmla="*/ 1530527 h 3089525"/>
              <a:gd name="connsiteX578" fmla="*/ 645190 w 5851096"/>
              <a:gd name="connsiteY578" fmla="*/ 1530463 h 3089525"/>
              <a:gd name="connsiteX579" fmla="*/ 644626 w 5851096"/>
              <a:gd name="connsiteY579" fmla="*/ 1523599 h 3089525"/>
              <a:gd name="connsiteX580" fmla="*/ 636815 w 5851096"/>
              <a:gd name="connsiteY580" fmla="*/ 1428529 h 3089525"/>
              <a:gd name="connsiteX581" fmla="*/ 635382 w 5851096"/>
              <a:gd name="connsiteY581" fmla="*/ 1411078 h 3089525"/>
              <a:gd name="connsiteX582" fmla="*/ 0 w 5851096"/>
              <a:gd name="connsiteY582" fmla="*/ 120584 h 3089525"/>
              <a:gd name="connsiteX583" fmla="*/ 0 w 5851096"/>
              <a:gd name="connsiteY583" fmla="*/ 0 h 3089525"/>
              <a:gd name="connsiteX584" fmla="*/ 95071 w 5851096"/>
              <a:gd name="connsiteY584" fmla="*/ 0 h 3089525"/>
              <a:gd name="connsiteX585" fmla="*/ 23697 w 5851096"/>
              <a:gd name="connsiteY585" fmla="*/ 79433 h 3089525"/>
              <a:gd name="connsiteX586" fmla="*/ 0 w 5851096"/>
              <a:gd name="connsiteY586" fmla="*/ 459154 h 3089525"/>
              <a:gd name="connsiteX587" fmla="*/ 0 w 5851096"/>
              <a:gd name="connsiteY587" fmla="*/ 322913 h 3089525"/>
              <a:gd name="connsiteX588" fmla="*/ 85961 w 5851096"/>
              <a:gd name="connsiteY588" fmla="*/ 286715 h 3089525"/>
              <a:gd name="connsiteX589" fmla="*/ 364172 w 5851096"/>
              <a:gd name="connsiteY589" fmla="*/ 45955 h 3089525"/>
              <a:gd name="connsiteX590" fmla="*/ 387426 w 5851096"/>
              <a:gd name="connsiteY590" fmla="*/ 0 h 3089525"/>
              <a:gd name="connsiteX591" fmla="*/ 542918 w 5851096"/>
              <a:gd name="connsiteY591" fmla="*/ 0 h 3089525"/>
              <a:gd name="connsiteX592" fmla="*/ 488688 w 5851096"/>
              <a:gd name="connsiteY592" fmla="*/ 99096 h 3089525"/>
              <a:gd name="connsiteX593" fmla="*/ 13938 w 5851096"/>
              <a:gd name="connsiteY593" fmla="*/ 455878 h 3089525"/>
              <a:gd name="connsiteX594" fmla="*/ 0 w 5851096"/>
              <a:gd name="connsiteY594" fmla="*/ 1108862 h 3089525"/>
              <a:gd name="connsiteX595" fmla="*/ 0 w 5851096"/>
              <a:gd name="connsiteY595" fmla="*/ 893255 h 3089525"/>
              <a:gd name="connsiteX596" fmla="*/ 33376 w 5851096"/>
              <a:gd name="connsiteY596" fmla="*/ 945052 h 3089525"/>
              <a:gd name="connsiteX597" fmla="*/ 473320 w 5851096"/>
              <a:gd name="connsiteY597" fmla="*/ 1223782 h 3089525"/>
              <a:gd name="connsiteX598" fmla="*/ 9746 w 5851096"/>
              <a:gd name="connsiteY598" fmla="*/ 689563 h 3089525"/>
              <a:gd name="connsiteX599" fmla="*/ 0 w 5851096"/>
              <a:gd name="connsiteY599" fmla="*/ 686740 h 3089525"/>
              <a:gd name="connsiteX600" fmla="*/ 0 w 5851096"/>
              <a:gd name="connsiteY600" fmla="*/ 549764 h 3089525"/>
              <a:gd name="connsiteX601" fmla="*/ 27617 w 5851096"/>
              <a:gd name="connsiteY601" fmla="*/ 556541 h 3089525"/>
              <a:gd name="connsiteX602" fmla="*/ 612962 w 5851096"/>
              <a:gd name="connsiteY602" fmla="*/ 1241127 h 3089525"/>
              <a:gd name="connsiteX603" fmla="*/ 613492 w 5851096"/>
              <a:gd name="connsiteY603" fmla="*/ 1241192 h 3089525"/>
              <a:gd name="connsiteX604" fmla="*/ 614057 w 5851096"/>
              <a:gd name="connsiteY604" fmla="*/ 1248124 h 3089525"/>
              <a:gd name="connsiteX605" fmla="*/ 621865 w 5851096"/>
              <a:gd name="connsiteY605" fmla="*/ 1343926 h 3089525"/>
              <a:gd name="connsiteX606" fmla="*/ 623299 w 5851096"/>
              <a:gd name="connsiteY606" fmla="*/ 1361522 h 3089525"/>
              <a:gd name="connsiteX607" fmla="*/ 622679 w 5851096"/>
              <a:gd name="connsiteY607" fmla="*/ 1373376 h 3089525"/>
              <a:gd name="connsiteX608" fmla="*/ 622157 w 5851096"/>
              <a:gd name="connsiteY608" fmla="*/ 1373341 h 3089525"/>
              <a:gd name="connsiteX609" fmla="*/ 622129 w 5851096"/>
              <a:gd name="connsiteY609" fmla="*/ 1373854 h 3089525"/>
              <a:gd name="connsiteX610" fmla="*/ 604221 w 5851096"/>
              <a:gd name="connsiteY610" fmla="*/ 1372169 h 3089525"/>
              <a:gd name="connsiteX611" fmla="*/ 504394 w 5851096"/>
              <a:gd name="connsiteY611" fmla="*/ 1362780 h 3089525"/>
              <a:gd name="connsiteX612" fmla="*/ 487429 w 5851096"/>
              <a:gd name="connsiteY612" fmla="*/ 1361184 h 3089525"/>
              <a:gd name="connsiteX613" fmla="*/ 487308 w 5851096"/>
              <a:gd name="connsiteY613" fmla="*/ 1359994 h 3089525"/>
              <a:gd name="connsiteX614" fmla="*/ 5260 w 5851096"/>
              <a:gd name="connsiteY614" fmla="*/ 1114967 h 3089525"/>
              <a:gd name="connsiteX615" fmla="*/ 0 w 5851096"/>
              <a:gd name="connsiteY615" fmla="*/ 2216459 h 3089525"/>
              <a:gd name="connsiteX616" fmla="*/ 0 w 5851096"/>
              <a:gd name="connsiteY616" fmla="*/ 2080559 h 3089525"/>
              <a:gd name="connsiteX617" fmla="*/ 9744 w 5851096"/>
              <a:gd name="connsiteY617" fmla="*/ 2077760 h 3089525"/>
              <a:gd name="connsiteX618" fmla="*/ 473318 w 5851096"/>
              <a:gd name="connsiteY618" fmla="*/ 1547735 h 3089525"/>
              <a:gd name="connsiteX619" fmla="*/ 33374 w 5851096"/>
              <a:gd name="connsiteY619" fmla="*/ 1824276 h 3089525"/>
              <a:gd name="connsiteX620" fmla="*/ 0 w 5851096"/>
              <a:gd name="connsiteY620" fmla="*/ 1875663 h 3089525"/>
              <a:gd name="connsiteX621" fmla="*/ 0 w 5851096"/>
              <a:gd name="connsiteY621" fmla="*/ 1661750 h 3089525"/>
              <a:gd name="connsiteX622" fmla="*/ 5257 w 5851096"/>
              <a:gd name="connsiteY622" fmla="*/ 1655695 h 3089525"/>
              <a:gd name="connsiteX623" fmla="*/ 487305 w 5851096"/>
              <a:gd name="connsiteY623" fmla="*/ 1412593 h 3089525"/>
              <a:gd name="connsiteX624" fmla="*/ 487427 w 5851096"/>
              <a:gd name="connsiteY624" fmla="*/ 1411413 h 3089525"/>
              <a:gd name="connsiteX625" fmla="*/ 504388 w 5851096"/>
              <a:gd name="connsiteY625" fmla="*/ 1409831 h 3089525"/>
              <a:gd name="connsiteX626" fmla="*/ 604251 w 5851096"/>
              <a:gd name="connsiteY626" fmla="*/ 1400511 h 3089525"/>
              <a:gd name="connsiteX627" fmla="*/ 622127 w 5851096"/>
              <a:gd name="connsiteY627" fmla="*/ 1398843 h 3089525"/>
              <a:gd name="connsiteX628" fmla="*/ 622154 w 5851096"/>
              <a:gd name="connsiteY628" fmla="*/ 1399351 h 3089525"/>
              <a:gd name="connsiteX629" fmla="*/ 622675 w 5851096"/>
              <a:gd name="connsiteY629" fmla="*/ 1399317 h 3089525"/>
              <a:gd name="connsiteX630" fmla="*/ 623297 w 5851096"/>
              <a:gd name="connsiteY630" fmla="*/ 1411078 h 3089525"/>
              <a:gd name="connsiteX631" fmla="*/ 621863 w 5851096"/>
              <a:gd name="connsiteY631" fmla="*/ 1428529 h 3089525"/>
              <a:gd name="connsiteX632" fmla="*/ 614051 w 5851096"/>
              <a:gd name="connsiteY632" fmla="*/ 1523599 h 3089525"/>
              <a:gd name="connsiteX633" fmla="*/ 613488 w 5851096"/>
              <a:gd name="connsiteY633" fmla="*/ 1530463 h 3089525"/>
              <a:gd name="connsiteX634" fmla="*/ 612959 w 5851096"/>
              <a:gd name="connsiteY634" fmla="*/ 1530527 h 3089525"/>
              <a:gd name="connsiteX635" fmla="*/ 27613 w 5851096"/>
              <a:gd name="connsiteY635" fmla="*/ 2209736 h 3089525"/>
              <a:gd name="connsiteX636" fmla="*/ 0 w 5851096"/>
              <a:gd name="connsiteY636" fmla="*/ 2867081 h 3089525"/>
              <a:gd name="connsiteX637" fmla="*/ 0 w 5851096"/>
              <a:gd name="connsiteY637" fmla="*/ 2651475 h 3089525"/>
              <a:gd name="connsiteX638" fmla="*/ 33376 w 5851096"/>
              <a:gd name="connsiteY638" fmla="*/ 2703272 h 3089525"/>
              <a:gd name="connsiteX639" fmla="*/ 473320 w 5851096"/>
              <a:gd name="connsiteY639" fmla="*/ 2982001 h 3089525"/>
              <a:gd name="connsiteX640" fmla="*/ 9746 w 5851096"/>
              <a:gd name="connsiteY640" fmla="*/ 2447782 h 3089525"/>
              <a:gd name="connsiteX641" fmla="*/ 0 w 5851096"/>
              <a:gd name="connsiteY641" fmla="*/ 2444960 h 3089525"/>
              <a:gd name="connsiteX642" fmla="*/ 0 w 5851096"/>
              <a:gd name="connsiteY642" fmla="*/ 2307984 h 3089525"/>
              <a:gd name="connsiteX643" fmla="*/ 27617 w 5851096"/>
              <a:gd name="connsiteY643" fmla="*/ 2314760 h 3089525"/>
              <a:gd name="connsiteX644" fmla="*/ 612962 w 5851096"/>
              <a:gd name="connsiteY644" fmla="*/ 2999346 h 3089525"/>
              <a:gd name="connsiteX645" fmla="*/ 613492 w 5851096"/>
              <a:gd name="connsiteY645" fmla="*/ 2999411 h 3089525"/>
              <a:gd name="connsiteX646" fmla="*/ 614056 w 5851096"/>
              <a:gd name="connsiteY646" fmla="*/ 3006343 h 3089525"/>
              <a:gd name="connsiteX647" fmla="*/ 620836 w 5851096"/>
              <a:gd name="connsiteY647" fmla="*/ 3089525 h 3089525"/>
              <a:gd name="connsiteX648" fmla="*/ 370396 w 5851096"/>
              <a:gd name="connsiteY648" fmla="*/ 3089525 h 3089525"/>
              <a:gd name="connsiteX649" fmla="*/ 350661 w 5851096"/>
              <a:gd name="connsiteY649" fmla="*/ 3084682 h 3089525"/>
              <a:gd name="connsiteX650" fmla="*/ 5260 w 5851096"/>
              <a:gd name="connsiteY650" fmla="*/ 2873187 h 308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Lst>
            <a:rect l="l" t="t" r="r" b="b"/>
            <a:pathLst>
              <a:path w="5851096" h="3089525">
                <a:moveTo>
                  <a:pt x="5215514" y="659222"/>
                </a:moveTo>
                <a:cubicBezTo>
                  <a:pt x="5271247" y="939930"/>
                  <a:pt x="5495997" y="1162499"/>
                  <a:pt x="5783878" y="1223782"/>
                </a:cubicBezTo>
                <a:cubicBezTo>
                  <a:pt x="5728146" y="943074"/>
                  <a:pt x="5503395" y="720505"/>
                  <a:pt x="5215514" y="659222"/>
                </a:cubicBezTo>
                <a:close/>
                <a:moveTo>
                  <a:pt x="5215514" y="2417442"/>
                </a:moveTo>
                <a:cubicBezTo>
                  <a:pt x="5271247" y="2698150"/>
                  <a:pt x="5495997" y="2920718"/>
                  <a:pt x="5783878" y="2982001"/>
                </a:cubicBezTo>
                <a:cubicBezTo>
                  <a:pt x="5728146" y="2701294"/>
                  <a:pt x="5503395" y="2478725"/>
                  <a:pt x="5215514" y="2417442"/>
                </a:cubicBezTo>
                <a:close/>
                <a:moveTo>
                  <a:pt x="5215512" y="2107862"/>
                </a:moveTo>
                <a:cubicBezTo>
                  <a:pt x="5503392" y="2047060"/>
                  <a:pt x="5728143" y="1826239"/>
                  <a:pt x="5783876" y="1547735"/>
                </a:cubicBezTo>
                <a:cubicBezTo>
                  <a:pt x="5495995" y="1608537"/>
                  <a:pt x="5271244" y="1829358"/>
                  <a:pt x="5215512" y="2107862"/>
                </a:cubicBezTo>
                <a:close/>
                <a:moveTo>
                  <a:pt x="5065535" y="521483"/>
                </a:moveTo>
                <a:lnTo>
                  <a:pt x="5066157" y="509629"/>
                </a:lnTo>
                <a:lnTo>
                  <a:pt x="5066678" y="509663"/>
                </a:lnTo>
                <a:lnTo>
                  <a:pt x="5066705" y="509151"/>
                </a:lnTo>
                <a:lnTo>
                  <a:pt x="5084580" y="510833"/>
                </a:lnTo>
                <a:cubicBezTo>
                  <a:pt x="5118460" y="511379"/>
                  <a:pt x="5151823" y="514468"/>
                  <a:pt x="5184444" y="520226"/>
                </a:cubicBezTo>
                <a:cubicBezTo>
                  <a:pt x="5190277" y="519792"/>
                  <a:pt x="5195851" y="520774"/>
                  <a:pt x="5201405" y="521820"/>
                </a:cubicBezTo>
                <a:lnTo>
                  <a:pt x="5201527" y="523010"/>
                </a:lnTo>
                <a:cubicBezTo>
                  <a:pt x="5483077" y="569171"/>
                  <a:pt x="5718838" y="744362"/>
                  <a:pt x="5841311" y="983324"/>
                </a:cubicBezTo>
                <a:lnTo>
                  <a:pt x="5851096" y="1006985"/>
                </a:lnTo>
                <a:lnTo>
                  <a:pt x="5851096" y="1366179"/>
                </a:lnTo>
                <a:lnTo>
                  <a:pt x="5814952" y="1362779"/>
                </a:lnTo>
                <a:cubicBezTo>
                  <a:pt x="5809118" y="1363214"/>
                  <a:pt x="5803543" y="1362231"/>
                  <a:pt x="5797987" y="1361184"/>
                </a:cubicBezTo>
                <a:lnTo>
                  <a:pt x="5797866" y="1359994"/>
                </a:lnTo>
                <a:cubicBezTo>
                  <a:pt x="5422466" y="1298446"/>
                  <a:pt x="5128467" y="1007510"/>
                  <a:pt x="5075873" y="641878"/>
                </a:cubicBezTo>
                <a:cubicBezTo>
                  <a:pt x="5075697" y="641823"/>
                  <a:pt x="5075522" y="641817"/>
                  <a:pt x="5075344" y="641812"/>
                </a:cubicBezTo>
                <a:lnTo>
                  <a:pt x="5074781" y="634895"/>
                </a:lnTo>
                <a:cubicBezTo>
                  <a:pt x="5069489" y="603550"/>
                  <a:pt x="5066925" y="571542"/>
                  <a:pt x="5066970" y="539073"/>
                </a:cubicBezTo>
                <a:cubicBezTo>
                  <a:pt x="5065597" y="533241"/>
                  <a:pt x="5065535" y="527369"/>
                  <a:pt x="5065535" y="521483"/>
                </a:cubicBezTo>
                <a:close/>
                <a:moveTo>
                  <a:pt x="5065535" y="2279702"/>
                </a:moveTo>
                <a:lnTo>
                  <a:pt x="5066157" y="2267848"/>
                </a:lnTo>
                <a:lnTo>
                  <a:pt x="5066678" y="2267882"/>
                </a:lnTo>
                <a:lnTo>
                  <a:pt x="5066705" y="2267371"/>
                </a:lnTo>
                <a:lnTo>
                  <a:pt x="5084580" y="2269052"/>
                </a:lnTo>
                <a:cubicBezTo>
                  <a:pt x="5118460" y="2269598"/>
                  <a:pt x="5151823" y="2272687"/>
                  <a:pt x="5184444" y="2278445"/>
                </a:cubicBezTo>
                <a:cubicBezTo>
                  <a:pt x="5190277" y="2278011"/>
                  <a:pt x="5195851" y="2278993"/>
                  <a:pt x="5201405" y="2280040"/>
                </a:cubicBezTo>
                <a:lnTo>
                  <a:pt x="5201527" y="2281230"/>
                </a:lnTo>
                <a:cubicBezTo>
                  <a:pt x="5483077" y="2327390"/>
                  <a:pt x="5718838" y="2502582"/>
                  <a:pt x="5841311" y="2741544"/>
                </a:cubicBezTo>
                <a:lnTo>
                  <a:pt x="5851096" y="2765204"/>
                </a:lnTo>
                <a:lnTo>
                  <a:pt x="5851096" y="3089525"/>
                </a:lnTo>
                <a:lnTo>
                  <a:pt x="5680952" y="3089525"/>
                </a:lnTo>
                <a:lnTo>
                  <a:pt x="5661219" y="3084683"/>
                </a:lnTo>
                <a:cubicBezTo>
                  <a:pt x="5352738" y="2982764"/>
                  <a:pt x="5121893" y="2720025"/>
                  <a:pt x="5075873" y="2400097"/>
                </a:cubicBezTo>
                <a:cubicBezTo>
                  <a:pt x="5075697" y="2400042"/>
                  <a:pt x="5075522" y="2400037"/>
                  <a:pt x="5075344" y="2400032"/>
                </a:cubicBezTo>
                <a:lnTo>
                  <a:pt x="5074781" y="2393114"/>
                </a:lnTo>
                <a:cubicBezTo>
                  <a:pt x="5069489" y="2361770"/>
                  <a:pt x="5066925" y="2329761"/>
                  <a:pt x="5066970" y="2297292"/>
                </a:cubicBezTo>
                <a:cubicBezTo>
                  <a:pt x="5065597" y="2291461"/>
                  <a:pt x="5065535" y="2285589"/>
                  <a:pt x="5065535" y="2279702"/>
                </a:cubicBezTo>
                <a:close/>
                <a:moveTo>
                  <a:pt x="5065533" y="486299"/>
                </a:moveTo>
                <a:cubicBezTo>
                  <a:pt x="5065533" y="480458"/>
                  <a:pt x="5065595" y="474631"/>
                  <a:pt x="5066968" y="468842"/>
                </a:cubicBezTo>
                <a:cubicBezTo>
                  <a:pt x="5066923" y="436636"/>
                  <a:pt x="5069486" y="404884"/>
                  <a:pt x="5074776" y="373792"/>
                </a:cubicBezTo>
                <a:lnTo>
                  <a:pt x="5075341" y="366915"/>
                </a:lnTo>
                <a:cubicBezTo>
                  <a:pt x="5075518" y="366910"/>
                  <a:pt x="5075694" y="366905"/>
                  <a:pt x="5075869" y="366850"/>
                </a:cubicBezTo>
                <a:cubicBezTo>
                  <a:pt x="5089628" y="271960"/>
                  <a:pt x="5119903" y="182140"/>
                  <a:pt x="5163966" y="100280"/>
                </a:cubicBezTo>
                <a:lnTo>
                  <a:pt x="5229488" y="0"/>
                </a:lnTo>
                <a:lnTo>
                  <a:pt x="5405629" y="0"/>
                </a:lnTo>
                <a:lnTo>
                  <a:pt x="5334254" y="79433"/>
                </a:lnTo>
                <a:cubicBezTo>
                  <a:pt x="5276439" y="159050"/>
                  <a:pt x="5235311" y="250706"/>
                  <a:pt x="5215512" y="349642"/>
                </a:cubicBezTo>
                <a:cubicBezTo>
                  <a:pt x="5406992" y="309201"/>
                  <a:pt x="5570544" y="197965"/>
                  <a:pt x="5674730" y="45955"/>
                </a:cubicBezTo>
                <a:lnTo>
                  <a:pt x="5697983" y="0"/>
                </a:lnTo>
                <a:lnTo>
                  <a:pt x="5851096" y="0"/>
                </a:lnTo>
                <a:lnTo>
                  <a:pt x="5851096" y="4349"/>
                </a:lnTo>
                <a:lnTo>
                  <a:pt x="5799246" y="99096"/>
                </a:lnTo>
                <a:cubicBezTo>
                  <a:pt x="5669765" y="299632"/>
                  <a:pt x="5454064" y="443705"/>
                  <a:pt x="5201524" y="484784"/>
                </a:cubicBezTo>
                <a:lnTo>
                  <a:pt x="5201403" y="485964"/>
                </a:lnTo>
                <a:cubicBezTo>
                  <a:pt x="5195847" y="487004"/>
                  <a:pt x="5190272" y="487979"/>
                  <a:pt x="5184438" y="487548"/>
                </a:cubicBezTo>
                <a:cubicBezTo>
                  <a:pt x="5151829" y="493257"/>
                  <a:pt x="5118478" y="496322"/>
                  <a:pt x="5084610" y="496864"/>
                </a:cubicBezTo>
                <a:lnTo>
                  <a:pt x="5066703" y="498535"/>
                </a:lnTo>
                <a:lnTo>
                  <a:pt x="5066676" y="498027"/>
                </a:lnTo>
                <a:lnTo>
                  <a:pt x="5066154" y="498061"/>
                </a:lnTo>
                <a:cubicBezTo>
                  <a:pt x="5065562" y="494151"/>
                  <a:pt x="5065533" y="490228"/>
                  <a:pt x="5065533" y="486299"/>
                </a:cubicBezTo>
                <a:close/>
                <a:moveTo>
                  <a:pt x="5065533" y="2244520"/>
                </a:moveTo>
                <a:cubicBezTo>
                  <a:pt x="5065533" y="2238678"/>
                  <a:pt x="5065595" y="2232850"/>
                  <a:pt x="5066968" y="2227062"/>
                </a:cubicBezTo>
                <a:cubicBezTo>
                  <a:pt x="5066923" y="2194855"/>
                  <a:pt x="5069486" y="2163105"/>
                  <a:pt x="5074776" y="2132012"/>
                </a:cubicBezTo>
                <a:lnTo>
                  <a:pt x="5075341" y="2125135"/>
                </a:lnTo>
                <a:cubicBezTo>
                  <a:pt x="5075518" y="2125130"/>
                  <a:pt x="5075694" y="2125125"/>
                  <a:pt x="5075869" y="2125070"/>
                </a:cubicBezTo>
                <a:cubicBezTo>
                  <a:pt x="5128465" y="1762307"/>
                  <a:pt x="5422464" y="1473657"/>
                  <a:pt x="5797863" y="1412593"/>
                </a:cubicBezTo>
                <a:lnTo>
                  <a:pt x="5797985" y="1411413"/>
                </a:lnTo>
                <a:cubicBezTo>
                  <a:pt x="5803539" y="1410374"/>
                  <a:pt x="5809112" y="1409399"/>
                  <a:pt x="5814946" y="1409830"/>
                </a:cubicBezTo>
                <a:lnTo>
                  <a:pt x="5851096" y="1406457"/>
                </a:lnTo>
                <a:lnTo>
                  <a:pt x="5851096" y="1762823"/>
                </a:lnTo>
                <a:lnTo>
                  <a:pt x="5841309" y="1786304"/>
                </a:lnTo>
                <a:cubicBezTo>
                  <a:pt x="5718836" y="2023390"/>
                  <a:pt x="5483074" y="2197206"/>
                  <a:pt x="5201524" y="2243004"/>
                </a:cubicBezTo>
                <a:lnTo>
                  <a:pt x="5201403" y="2244184"/>
                </a:lnTo>
                <a:cubicBezTo>
                  <a:pt x="5195847" y="2245223"/>
                  <a:pt x="5190272" y="2246198"/>
                  <a:pt x="5184438" y="2245767"/>
                </a:cubicBezTo>
                <a:cubicBezTo>
                  <a:pt x="5151829" y="2251477"/>
                  <a:pt x="5118478" y="2254542"/>
                  <a:pt x="5084610" y="2255084"/>
                </a:cubicBezTo>
                <a:lnTo>
                  <a:pt x="5066703" y="2256755"/>
                </a:lnTo>
                <a:lnTo>
                  <a:pt x="5066676" y="2256246"/>
                </a:lnTo>
                <a:lnTo>
                  <a:pt x="5066154" y="2256280"/>
                </a:lnTo>
                <a:cubicBezTo>
                  <a:pt x="5065562" y="2252372"/>
                  <a:pt x="5065533" y="2248449"/>
                  <a:pt x="5065533" y="2244520"/>
                </a:cubicBezTo>
                <a:close/>
                <a:moveTo>
                  <a:pt x="4325732" y="1223782"/>
                </a:moveTo>
                <a:cubicBezTo>
                  <a:pt x="4613612" y="1162499"/>
                  <a:pt x="4838363" y="939930"/>
                  <a:pt x="4894096" y="659222"/>
                </a:cubicBezTo>
                <a:cubicBezTo>
                  <a:pt x="4606215" y="720505"/>
                  <a:pt x="4381464" y="943074"/>
                  <a:pt x="4325732" y="1223782"/>
                </a:cubicBezTo>
                <a:close/>
                <a:moveTo>
                  <a:pt x="4325732" y="1547735"/>
                </a:moveTo>
                <a:cubicBezTo>
                  <a:pt x="4381465" y="1826239"/>
                  <a:pt x="4606215" y="2047060"/>
                  <a:pt x="4894096" y="2107862"/>
                </a:cubicBezTo>
                <a:cubicBezTo>
                  <a:pt x="4838364" y="1829358"/>
                  <a:pt x="4613612" y="1608537"/>
                  <a:pt x="4325732" y="1547735"/>
                </a:cubicBezTo>
                <a:close/>
                <a:moveTo>
                  <a:pt x="4325732" y="2982001"/>
                </a:moveTo>
                <a:cubicBezTo>
                  <a:pt x="4613612" y="2920718"/>
                  <a:pt x="4838363" y="2698150"/>
                  <a:pt x="4894096" y="2417442"/>
                </a:cubicBezTo>
                <a:cubicBezTo>
                  <a:pt x="4606215" y="2478725"/>
                  <a:pt x="4381464" y="2701294"/>
                  <a:pt x="4325732" y="2982001"/>
                </a:cubicBezTo>
                <a:close/>
                <a:moveTo>
                  <a:pt x="4256134" y="0"/>
                </a:moveTo>
                <a:lnTo>
                  <a:pt x="4411625" y="0"/>
                </a:lnTo>
                <a:lnTo>
                  <a:pt x="4434878" y="45955"/>
                </a:lnTo>
                <a:cubicBezTo>
                  <a:pt x="4539065" y="197965"/>
                  <a:pt x="4702616" y="309201"/>
                  <a:pt x="4894096" y="349642"/>
                </a:cubicBezTo>
                <a:cubicBezTo>
                  <a:pt x="4874298" y="250706"/>
                  <a:pt x="4833170" y="159050"/>
                  <a:pt x="4775353" y="79433"/>
                </a:cubicBezTo>
                <a:lnTo>
                  <a:pt x="4703980" y="0"/>
                </a:lnTo>
                <a:lnTo>
                  <a:pt x="4880119" y="0"/>
                </a:lnTo>
                <a:lnTo>
                  <a:pt x="4945641" y="100280"/>
                </a:lnTo>
                <a:cubicBezTo>
                  <a:pt x="4989705" y="182140"/>
                  <a:pt x="5019980" y="271960"/>
                  <a:pt x="5033738" y="366850"/>
                </a:cubicBezTo>
                <a:cubicBezTo>
                  <a:pt x="5033914" y="366905"/>
                  <a:pt x="5034090" y="366910"/>
                  <a:pt x="5034267" y="366915"/>
                </a:cubicBezTo>
                <a:lnTo>
                  <a:pt x="5034832" y="373792"/>
                </a:lnTo>
                <a:cubicBezTo>
                  <a:pt x="5040122" y="404884"/>
                  <a:pt x="5042685" y="436636"/>
                  <a:pt x="5042640" y="468842"/>
                </a:cubicBezTo>
                <a:cubicBezTo>
                  <a:pt x="5044013" y="474631"/>
                  <a:pt x="5044074" y="480458"/>
                  <a:pt x="5044074" y="486299"/>
                </a:cubicBezTo>
                <a:cubicBezTo>
                  <a:pt x="5044074" y="490228"/>
                  <a:pt x="5044046" y="494151"/>
                  <a:pt x="5043454" y="498061"/>
                </a:cubicBezTo>
                <a:lnTo>
                  <a:pt x="5042932" y="498027"/>
                </a:lnTo>
                <a:lnTo>
                  <a:pt x="5042905" y="498535"/>
                </a:lnTo>
                <a:lnTo>
                  <a:pt x="5024997" y="496864"/>
                </a:lnTo>
                <a:cubicBezTo>
                  <a:pt x="4991129" y="496322"/>
                  <a:pt x="4957779" y="493257"/>
                  <a:pt x="4925170" y="487548"/>
                </a:cubicBezTo>
                <a:cubicBezTo>
                  <a:pt x="4919336" y="487979"/>
                  <a:pt x="4913761" y="487004"/>
                  <a:pt x="4908205" y="485964"/>
                </a:cubicBezTo>
                <a:lnTo>
                  <a:pt x="4908084" y="484784"/>
                </a:lnTo>
                <a:cubicBezTo>
                  <a:pt x="4655545" y="443705"/>
                  <a:pt x="4439844" y="299632"/>
                  <a:pt x="4310363" y="99096"/>
                </a:cubicBezTo>
                <a:close/>
                <a:moveTo>
                  <a:pt x="4178216" y="3089525"/>
                </a:moveTo>
                <a:lnTo>
                  <a:pt x="4184996" y="3006343"/>
                </a:lnTo>
                <a:lnTo>
                  <a:pt x="4185561" y="2999411"/>
                </a:lnTo>
                <a:cubicBezTo>
                  <a:pt x="4185737" y="2999406"/>
                  <a:pt x="4185914" y="2999401"/>
                  <a:pt x="4186090" y="2999346"/>
                </a:cubicBezTo>
                <a:cubicBezTo>
                  <a:pt x="4238685" y="2633713"/>
                  <a:pt x="4532684" y="2342777"/>
                  <a:pt x="4908083" y="2281230"/>
                </a:cubicBezTo>
                <a:lnTo>
                  <a:pt x="4908205" y="2280040"/>
                </a:lnTo>
                <a:cubicBezTo>
                  <a:pt x="4913759" y="2278993"/>
                  <a:pt x="4919332" y="2278011"/>
                  <a:pt x="4925166" y="2278445"/>
                </a:cubicBezTo>
                <a:cubicBezTo>
                  <a:pt x="4957787" y="2272687"/>
                  <a:pt x="4991150" y="2269598"/>
                  <a:pt x="5025030" y="2269052"/>
                </a:cubicBezTo>
                <a:lnTo>
                  <a:pt x="5042905" y="2267371"/>
                </a:lnTo>
                <a:lnTo>
                  <a:pt x="5042932" y="2267882"/>
                </a:lnTo>
                <a:lnTo>
                  <a:pt x="5043453" y="2267848"/>
                </a:lnTo>
                <a:lnTo>
                  <a:pt x="5044074" y="2279702"/>
                </a:lnTo>
                <a:cubicBezTo>
                  <a:pt x="5044074" y="2285589"/>
                  <a:pt x="5044013" y="2291461"/>
                  <a:pt x="5042640" y="2297292"/>
                </a:cubicBezTo>
                <a:cubicBezTo>
                  <a:pt x="5042685" y="2329761"/>
                  <a:pt x="5040121" y="2361770"/>
                  <a:pt x="5034829" y="2393114"/>
                </a:cubicBezTo>
                <a:lnTo>
                  <a:pt x="5034266" y="2400032"/>
                </a:lnTo>
                <a:cubicBezTo>
                  <a:pt x="5034088" y="2400037"/>
                  <a:pt x="5033912" y="2400042"/>
                  <a:pt x="5033737" y="2400097"/>
                </a:cubicBezTo>
                <a:cubicBezTo>
                  <a:pt x="4987717" y="2720025"/>
                  <a:pt x="4756872" y="2982764"/>
                  <a:pt x="4448391" y="3084683"/>
                </a:cubicBezTo>
                <a:lnTo>
                  <a:pt x="4428658" y="3089525"/>
                </a:lnTo>
                <a:close/>
                <a:moveTo>
                  <a:pt x="4175753" y="1361522"/>
                </a:moveTo>
                <a:cubicBezTo>
                  <a:pt x="4175753" y="1355634"/>
                  <a:pt x="4175815" y="1349760"/>
                  <a:pt x="4177187" y="1343926"/>
                </a:cubicBezTo>
                <a:cubicBezTo>
                  <a:pt x="4177144" y="1311465"/>
                  <a:pt x="4179705" y="1279462"/>
                  <a:pt x="4184996" y="1248124"/>
                </a:cubicBezTo>
                <a:lnTo>
                  <a:pt x="4185561" y="1241192"/>
                </a:lnTo>
                <a:cubicBezTo>
                  <a:pt x="4185737" y="1241187"/>
                  <a:pt x="4185914" y="1241182"/>
                  <a:pt x="4186090" y="1241127"/>
                </a:cubicBezTo>
                <a:cubicBezTo>
                  <a:pt x="4238685" y="875493"/>
                  <a:pt x="4532684" y="584557"/>
                  <a:pt x="4908083" y="523010"/>
                </a:cubicBezTo>
                <a:lnTo>
                  <a:pt x="4908205" y="521820"/>
                </a:lnTo>
                <a:cubicBezTo>
                  <a:pt x="4913759" y="520774"/>
                  <a:pt x="4919332" y="519792"/>
                  <a:pt x="4925166" y="520226"/>
                </a:cubicBezTo>
                <a:cubicBezTo>
                  <a:pt x="4957787" y="514468"/>
                  <a:pt x="4991150" y="511379"/>
                  <a:pt x="5025030" y="510833"/>
                </a:cubicBezTo>
                <a:lnTo>
                  <a:pt x="5042905" y="509151"/>
                </a:lnTo>
                <a:lnTo>
                  <a:pt x="5042932" y="509663"/>
                </a:lnTo>
                <a:lnTo>
                  <a:pt x="5043453" y="509629"/>
                </a:lnTo>
                <a:lnTo>
                  <a:pt x="5044074" y="521483"/>
                </a:lnTo>
                <a:cubicBezTo>
                  <a:pt x="5044074" y="527369"/>
                  <a:pt x="5044013" y="533241"/>
                  <a:pt x="5042640" y="539073"/>
                </a:cubicBezTo>
                <a:cubicBezTo>
                  <a:pt x="5042685" y="571542"/>
                  <a:pt x="5040121" y="603550"/>
                  <a:pt x="5034829" y="634895"/>
                </a:cubicBezTo>
                <a:lnTo>
                  <a:pt x="5034266" y="641812"/>
                </a:lnTo>
                <a:cubicBezTo>
                  <a:pt x="5034088" y="641817"/>
                  <a:pt x="5033912" y="641823"/>
                  <a:pt x="5033737" y="641878"/>
                </a:cubicBezTo>
                <a:cubicBezTo>
                  <a:pt x="4981143" y="1007510"/>
                  <a:pt x="4687144" y="1298446"/>
                  <a:pt x="4311744" y="1359994"/>
                </a:cubicBezTo>
                <a:lnTo>
                  <a:pt x="4311623" y="1361184"/>
                </a:lnTo>
                <a:cubicBezTo>
                  <a:pt x="4306067" y="1362231"/>
                  <a:pt x="4300492" y="1363214"/>
                  <a:pt x="4294658" y="1362780"/>
                </a:cubicBezTo>
                <a:cubicBezTo>
                  <a:pt x="4262048" y="1368535"/>
                  <a:pt x="4228698" y="1371623"/>
                  <a:pt x="4194831" y="1372169"/>
                </a:cubicBezTo>
                <a:lnTo>
                  <a:pt x="4176923" y="1373854"/>
                </a:lnTo>
                <a:lnTo>
                  <a:pt x="4176896" y="1373341"/>
                </a:lnTo>
                <a:lnTo>
                  <a:pt x="4176374" y="1373376"/>
                </a:lnTo>
                <a:cubicBezTo>
                  <a:pt x="4175781" y="1369436"/>
                  <a:pt x="4175753" y="1365482"/>
                  <a:pt x="4175753" y="1361522"/>
                </a:cubicBezTo>
                <a:close/>
                <a:moveTo>
                  <a:pt x="4175753" y="1411078"/>
                </a:moveTo>
                <a:lnTo>
                  <a:pt x="4176375" y="1399317"/>
                </a:lnTo>
                <a:lnTo>
                  <a:pt x="4176896" y="1399351"/>
                </a:lnTo>
                <a:lnTo>
                  <a:pt x="4176923" y="1398843"/>
                </a:lnTo>
                <a:lnTo>
                  <a:pt x="4194799" y="1400511"/>
                </a:lnTo>
                <a:cubicBezTo>
                  <a:pt x="4228677" y="1401053"/>
                  <a:pt x="4262041" y="1404118"/>
                  <a:pt x="4294662" y="1409831"/>
                </a:cubicBezTo>
                <a:cubicBezTo>
                  <a:pt x="4300495" y="1409399"/>
                  <a:pt x="4306069" y="1410375"/>
                  <a:pt x="4311623" y="1411413"/>
                </a:cubicBezTo>
                <a:lnTo>
                  <a:pt x="4311745" y="1412593"/>
                </a:lnTo>
                <a:cubicBezTo>
                  <a:pt x="4687144" y="1473657"/>
                  <a:pt x="4981143" y="1762307"/>
                  <a:pt x="5033738" y="2125070"/>
                </a:cubicBezTo>
                <a:cubicBezTo>
                  <a:pt x="5033914" y="2125125"/>
                  <a:pt x="5034090" y="2125130"/>
                  <a:pt x="5034267" y="2125135"/>
                </a:cubicBezTo>
                <a:lnTo>
                  <a:pt x="5034832" y="2132012"/>
                </a:lnTo>
                <a:cubicBezTo>
                  <a:pt x="5040122" y="2163105"/>
                  <a:pt x="5042685" y="2194855"/>
                  <a:pt x="5042640" y="2227062"/>
                </a:cubicBezTo>
                <a:cubicBezTo>
                  <a:pt x="5044013" y="2232850"/>
                  <a:pt x="5044074" y="2238678"/>
                  <a:pt x="5044074" y="2244520"/>
                </a:cubicBezTo>
                <a:cubicBezTo>
                  <a:pt x="5044074" y="2248449"/>
                  <a:pt x="5044046" y="2252372"/>
                  <a:pt x="5043454" y="2256280"/>
                </a:cubicBezTo>
                <a:lnTo>
                  <a:pt x="5042932" y="2256246"/>
                </a:lnTo>
                <a:lnTo>
                  <a:pt x="5042905" y="2256755"/>
                </a:lnTo>
                <a:lnTo>
                  <a:pt x="5024997" y="2255084"/>
                </a:lnTo>
                <a:cubicBezTo>
                  <a:pt x="4991129" y="2254542"/>
                  <a:pt x="4957779" y="2251477"/>
                  <a:pt x="4925170" y="2245767"/>
                </a:cubicBezTo>
                <a:cubicBezTo>
                  <a:pt x="4919336" y="2246198"/>
                  <a:pt x="4913761" y="2245223"/>
                  <a:pt x="4908205" y="2244184"/>
                </a:cubicBezTo>
                <a:lnTo>
                  <a:pt x="4908084" y="2243004"/>
                </a:lnTo>
                <a:cubicBezTo>
                  <a:pt x="4532684" y="2181939"/>
                  <a:pt x="4238685" y="1893288"/>
                  <a:pt x="4186091" y="1530527"/>
                </a:cubicBezTo>
                <a:cubicBezTo>
                  <a:pt x="4185915" y="1530472"/>
                  <a:pt x="4185739" y="1530468"/>
                  <a:pt x="4185562" y="1530463"/>
                </a:cubicBezTo>
                <a:lnTo>
                  <a:pt x="4184999" y="1523599"/>
                </a:lnTo>
                <a:cubicBezTo>
                  <a:pt x="4179707" y="1492501"/>
                  <a:pt x="4177144" y="1460743"/>
                  <a:pt x="4177187" y="1428529"/>
                </a:cubicBezTo>
                <a:cubicBezTo>
                  <a:pt x="4175815" y="1422743"/>
                  <a:pt x="4175753" y="1416918"/>
                  <a:pt x="4175753" y="1411078"/>
                </a:cubicBezTo>
                <a:close/>
                <a:moveTo>
                  <a:pt x="3445328" y="659222"/>
                </a:moveTo>
                <a:cubicBezTo>
                  <a:pt x="3501061" y="939930"/>
                  <a:pt x="3725812" y="1162499"/>
                  <a:pt x="4013692" y="1223782"/>
                </a:cubicBezTo>
                <a:cubicBezTo>
                  <a:pt x="3957960" y="943074"/>
                  <a:pt x="3733209" y="720505"/>
                  <a:pt x="3445328" y="659222"/>
                </a:cubicBezTo>
                <a:close/>
                <a:moveTo>
                  <a:pt x="3445328" y="2417442"/>
                </a:moveTo>
                <a:cubicBezTo>
                  <a:pt x="3501061" y="2698150"/>
                  <a:pt x="3725812" y="2920718"/>
                  <a:pt x="4013692" y="2982001"/>
                </a:cubicBezTo>
                <a:cubicBezTo>
                  <a:pt x="3957960" y="2701294"/>
                  <a:pt x="3733209" y="2478725"/>
                  <a:pt x="3445328" y="2417442"/>
                </a:cubicBezTo>
                <a:close/>
                <a:moveTo>
                  <a:pt x="3445326" y="2107862"/>
                </a:moveTo>
                <a:cubicBezTo>
                  <a:pt x="3733207" y="2047060"/>
                  <a:pt x="3957957" y="1826239"/>
                  <a:pt x="4013690" y="1547735"/>
                </a:cubicBezTo>
                <a:cubicBezTo>
                  <a:pt x="3725809" y="1608537"/>
                  <a:pt x="3501058" y="1829358"/>
                  <a:pt x="3445326" y="2107862"/>
                </a:cubicBezTo>
                <a:close/>
                <a:moveTo>
                  <a:pt x="3295350" y="521483"/>
                </a:moveTo>
                <a:lnTo>
                  <a:pt x="3295971" y="509629"/>
                </a:lnTo>
                <a:lnTo>
                  <a:pt x="3296492" y="509663"/>
                </a:lnTo>
                <a:lnTo>
                  <a:pt x="3296519" y="509151"/>
                </a:lnTo>
                <a:lnTo>
                  <a:pt x="3314395" y="510833"/>
                </a:lnTo>
                <a:cubicBezTo>
                  <a:pt x="3348274" y="511379"/>
                  <a:pt x="3381637" y="514468"/>
                  <a:pt x="3414258" y="520226"/>
                </a:cubicBezTo>
                <a:cubicBezTo>
                  <a:pt x="3420092" y="519792"/>
                  <a:pt x="3425665" y="520774"/>
                  <a:pt x="3431219" y="521820"/>
                </a:cubicBezTo>
                <a:lnTo>
                  <a:pt x="3431341" y="523010"/>
                </a:lnTo>
                <a:cubicBezTo>
                  <a:pt x="3806740" y="584557"/>
                  <a:pt x="4100739" y="875493"/>
                  <a:pt x="4153335" y="1241127"/>
                </a:cubicBezTo>
                <a:cubicBezTo>
                  <a:pt x="4153510" y="1241182"/>
                  <a:pt x="4153688" y="1241187"/>
                  <a:pt x="4153863" y="1241192"/>
                </a:cubicBezTo>
                <a:lnTo>
                  <a:pt x="4154429" y="1248124"/>
                </a:lnTo>
                <a:cubicBezTo>
                  <a:pt x="4159718" y="1279462"/>
                  <a:pt x="4162281" y="1311465"/>
                  <a:pt x="4162237" y="1343926"/>
                </a:cubicBezTo>
                <a:cubicBezTo>
                  <a:pt x="4163610" y="1349760"/>
                  <a:pt x="4163671" y="1355634"/>
                  <a:pt x="4163671" y="1361522"/>
                </a:cubicBezTo>
                <a:cubicBezTo>
                  <a:pt x="4163671" y="1365482"/>
                  <a:pt x="4163642" y="1369436"/>
                  <a:pt x="4163050" y="1373376"/>
                </a:cubicBezTo>
                <a:lnTo>
                  <a:pt x="4162528" y="1373341"/>
                </a:lnTo>
                <a:lnTo>
                  <a:pt x="4162501" y="1373854"/>
                </a:lnTo>
                <a:lnTo>
                  <a:pt x="4144594" y="1372169"/>
                </a:lnTo>
                <a:cubicBezTo>
                  <a:pt x="4110727" y="1371623"/>
                  <a:pt x="4077375" y="1368535"/>
                  <a:pt x="4044766" y="1362780"/>
                </a:cubicBezTo>
                <a:cubicBezTo>
                  <a:pt x="4038932" y="1363214"/>
                  <a:pt x="4033357" y="1362231"/>
                  <a:pt x="4027802" y="1361184"/>
                </a:cubicBezTo>
                <a:lnTo>
                  <a:pt x="4027681" y="1359994"/>
                </a:lnTo>
                <a:cubicBezTo>
                  <a:pt x="3652280" y="1298446"/>
                  <a:pt x="3358281" y="1007510"/>
                  <a:pt x="3305687" y="641878"/>
                </a:cubicBezTo>
                <a:cubicBezTo>
                  <a:pt x="3305511" y="641823"/>
                  <a:pt x="3305336" y="641818"/>
                  <a:pt x="3305158" y="641812"/>
                </a:cubicBezTo>
                <a:lnTo>
                  <a:pt x="3304595" y="634895"/>
                </a:lnTo>
                <a:cubicBezTo>
                  <a:pt x="3299303" y="603550"/>
                  <a:pt x="3296740" y="571542"/>
                  <a:pt x="3296784" y="539073"/>
                </a:cubicBezTo>
                <a:cubicBezTo>
                  <a:pt x="3295411" y="533241"/>
                  <a:pt x="3295350" y="527369"/>
                  <a:pt x="3295350" y="521483"/>
                </a:cubicBezTo>
                <a:close/>
                <a:moveTo>
                  <a:pt x="3295350" y="2279702"/>
                </a:moveTo>
                <a:lnTo>
                  <a:pt x="3295971" y="2267848"/>
                </a:lnTo>
                <a:lnTo>
                  <a:pt x="3296492" y="2267882"/>
                </a:lnTo>
                <a:lnTo>
                  <a:pt x="3296519" y="2267371"/>
                </a:lnTo>
                <a:lnTo>
                  <a:pt x="3314395" y="2269052"/>
                </a:lnTo>
                <a:cubicBezTo>
                  <a:pt x="3348274" y="2269598"/>
                  <a:pt x="3381637" y="2272687"/>
                  <a:pt x="3414258" y="2278445"/>
                </a:cubicBezTo>
                <a:cubicBezTo>
                  <a:pt x="3420092" y="2278011"/>
                  <a:pt x="3425665" y="2278993"/>
                  <a:pt x="3431219" y="2280040"/>
                </a:cubicBezTo>
                <a:lnTo>
                  <a:pt x="3431341" y="2281230"/>
                </a:lnTo>
                <a:cubicBezTo>
                  <a:pt x="3806740" y="2342777"/>
                  <a:pt x="4100739" y="2633713"/>
                  <a:pt x="4153335" y="2999346"/>
                </a:cubicBezTo>
                <a:cubicBezTo>
                  <a:pt x="4153510" y="2999401"/>
                  <a:pt x="4153688" y="2999406"/>
                  <a:pt x="4153863" y="2999411"/>
                </a:cubicBezTo>
                <a:lnTo>
                  <a:pt x="4154429" y="3006343"/>
                </a:lnTo>
                <a:lnTo>
                  <a:pt x="4161209" y="3089525"/>
                </a:lnTo>
                <a:lnTo>
                  <a:pt x="3910768" y="3089525"/>
                </a:lnTo>
                <a:lnTo>
                  <a:pt x="3891034" y="3084683"/>
                </a:lnTo>
                <a:cubicBezTo>
                  <a:pt x="3582552" y="2982764"/>
                  <a:pt x="3351706" y="2720025"/>
                  <a:pt x="3305687" y="2400097"/>
                </a:cubicBezTo>
                <a:cubicBezTo>
                  <a:pt x="3305511" y="2400042"/>
                  <a:pt x="3305336" y="2400037"/>
                  <a:pt x="3305158" y="2400032"/>
                </a:cubicBezTo>
                <a:lnTo>
                  <a:pt x="3304595" y="2393114"/>
                </a:lnTo>
                <a:cubicBezTo>
                  <a:pt x="3299303" y="2361770"/>
                  <a:pt x="3296740" y="2329761"/>
                  <a:pt x="3296784" y="2297292"/>
                </a:cubicBezTo>
                <a:cubicBezTo>
                  <a:pt x="3295411" y="2291461"/>
                  <a:pt x="3295350" y="2285589"/>
                  <a:pt x="3295350" y="2279702"/>
                </a:cubicBezTo>
                <a:close/>
                <a:moveTo>
                  <a:pt x="3295347" y="486299"/>
                </a:moveTo>
                <a:cubicBezTo>
                  <a:pt x="3295347" y="480458"/>
                  <a:pt x="3295409" y="474631"/>
                  <a:pt x="3296782" y="468842"/>
                </a:cubicBezTo>
                <a:cubicBezTo>
                  <a:pt x="3296738" y="436636"/>
                  <a:pt x="3299300" y="404884"/>
                  <a:pt x="3304590" y="373792"/>
                </a:cubicBezTo>
                <a:lnTo>
                  <a:pt x="3305155" y="366915"/>
                </a:lnTo>
                <a:cubicBezTo>
                  <a:pt x="3305332" y="366910"/>
                  <a:pt x="3305508" y="366905"/>
                  <a:pt x="3305684" y="366850"/>
                </a:cubicBezTo>
                <a:cubicBezTo>
                  <a:pt x="3319442" y="271960"/>
                  <a:pt x="3349717" y="182140"/>
                  <a:pt x="3393781" y="100280"/>
                </a:cubicBezTo>
                <a:lnTo>
                  <a:pt x="3459303" y="0"/>
                </a:lnTo>
                <a:lnTo>
                  <a:pt x="3635443" y="0"/>
                </a:lnTo>
                <a:lnTo>
                  <a:pt x="3564068" y="79433"/>
                </a:lnTo>
                <a:cubicBezTo>
                  <a:pt x="3506253" y="159050"/>
                  <a:pt x="3465125" y="250706"/>
                  <a:pt x="3445326" y="349642"/>
                </a:cubicBezTo>
                <a:cubicBezTo>
                  <a:pt x="3636807" y="309201"/>
                  <a:pt x="3800358" y="197965"/>
                  <a:pt x="3904544" y="45955"/>
                </a:cubicBezTo>
                <a:lnTo>
                  <a:pt x="3927798" y="0"/>
                </a:lnTo>
                <a:lnTo>
                  <a:pt x="4083290" y="0"/>
                </a:lnTo>
                <a:lnTo>
                  <a:pt x="4029061" y="99096"/>
                </a:lnTo>
                <a:cubicBezTo>
                  <a:pt x="3899579" y="299632"/>
                  <a:pt x="3683877" y="443705"/>
                  <a:pt x="3431338" y="484784"/>
                </a:cubicBezTo>
                <a:lnTo>
                  <a:pt x="3431217" y="485964"/>
                </a:lnTo>
                <a:cubicBezTo>
                  <a:pt x="3425661" y="487004"/>
                  <a:pt x="3420086" y="487979"/>
                  <a:pt x="3414252" y="487548"/>
                </a:cubicBezTo>
                <a:cubicBezTo>
                  <a:pt x="3381643" y="493257"/>
                  <a:pt x="3348292" y="496322"/>
                  <a:pt x="3314425" y="496864"/>
                </a:cubicBezTo>
                <a:lnTo>
                  <a:pt x="3296517" y="498535"/>
                </a:lnTo>
                <a:lnTo>
                  <a:pt x="3296490" y="498027"/>
                </a:lnTo>
                <a:lnTo>
                  <a:pt x="3295968" y="498061"/>
                </a:lnTo>
                <a:cubicBezTo>
                  <a:pt x="3295376" y="494151"/>
                  <a:pt x="3295347" y="490228"/>
                  <a:pt x="3295347" y="486299"/>
                </a:cubicBezTo>
                <a:close/>
                <a:moveTo>
                  <a:pt x="3295347" y="2244520"/>
                </a:moveTo>
                <a:cubicBezTo>
                  <a:pt x="3295347" y="2238678"/>
                  <a:pt x="3295409" y="2232850"/>
                  <a:pt x="3296782" y="2227062"/>
                </a:cubicBezTo>
                <a:cubicBezTo>
                  <a:pt x="3296738" y="2194855"/>
                  <a:pt x="3299300" y="2163105"/>
                  <a:pt x="3304590" y="2132012"/>
                </a:cubicBezTo>
                <a:lnTo>
                  <a:pt x="3305155" y="2125135"/>
                </a:lnTo>
                <a:cubicBezTo>
                  <a:pt x="3305332" y="2125130"/>
                  <a:pt x="3305508" y="2125125"/>
                  <a:pt x="3305684" y="2125070"/>
                </a:cubicBezTo>
                <a:cubicBezTo>
                  <a:pt x="3358279" y="1762307"/>
                  <a:pt x="3652278" y="1473657"/>
                  <a:pt x="4027678" y="1412593"/>
                </a:cubicBezTo>
                <a:lnTo>
                  <a:pt x="4027800" y="1411413"/>
                </a:lnTo>
                <a:cubicBezTo>
                  <a:pt x="4033353" y="1410375"/>
                  <a:pt x="4038927" y="1409399"/>
                  <a:pt x="4044760" y="1409831"/>
                </a:cubicBezTo>
                <a:cubicBezTo>
                  <a:pt x="4077382" y="1404118"/>
                  <a:pt x="4110744" y="1401053"/>
                  <a:pt x="4144624" y="1400511"/>
                </a:cubicBezTo>
                <a:lnTo>
                  <a:pt x="4162499" y="1398843"/>
                </a:lnTo>
                <a:lnTo>
                  <a:pt x="4162526" y="1399351"/>
                </a:lnTo>
                <a:lnTo>
                  <a:pt x="4163047" y="1399317"/>
                </a:lnTo>
                <a:lnTo>
                  <a:pt x="4163669" y="1411078"/>
                </a:lnTo>
                <a:cubicBezTo>
                  <a:pt x="4163669" y="1416918"/>
                  <a:pt x="4163608" y="1422743"/>
                  <a:pt x="4162235" y="1428529"/>
                </a:cubicBezTo>
                <a:cubicBezTo>
                  <a:pt x="4162279" y="1460743"/>
                  <a:pt x="4159715" y="1492501"/>
                  <a:pt x="4154424" y="1523599"/>
                </a:cubicBezTo>
                <a:lnTo>
                  <a:pt x="4153860" y="1530463"/>
                </a:lnTo>
                <a:cubicBezTo>
                  <a:pt x="4153683" y="1530468"/>
                  <a:pt x="4153507" y="1530472"/>
                  <a:pt x="4153332" y="1530527"/>
                </a:cubicBezTo>
                <a:cubicBezTo>
                  <a:pt x="4100737" y="1893288"/>
                  <a:pt x="3806738" y="2181939"/>
                  <a:pt x="3431338" y="2243004"/>
                </a:cubicBezTo>
                <a:lnTo>
                  <a:pt x="3431217" y="2244184"/>
                </a:lnTo>
                <a:cubicBezTo>
                  <a:pt x="3425661" y="2245223"/>
                  <a:pt x="3420086" y="2246198"/>
                  <a:pt x="3414252" y="2245767"/>
                </a:cubicBezTo>
                <a:cubicBezTo>
                  <a:pt x="3381643" y="2251477"/>
                  <a:pt x="3348292" y="2254542"/>
                  <a:pt x="3314425" y="2255084"/>
                </a:cubicBezTo>
                <a:lnTo>
                  <a:pt x="3296517" y="2256755"/>
                </a:lnTo>
                <a:lnTo>
                  <a:pt x="3296490" y="2256246"/>
                </a:lnTo>
                <a:lnTo>
                  <a:pt x="3295968" y="2256280"/>
                </a:lnTo>
                <a:cubicBezTo>
                  <a:pt x="3295376" y="2252372"/>
                  <a:pt x="3295347" y="2248449"/>
                  <a:pt x="3295347" y="2244520"/>
                </a:cubicBezTo>
                <a:close/>
                <a:moveTo>
                  <a:pt x="2555546" y="1223782"/>
                </a:moveTo>
                <a:cubicBezTo>
                  <a:pt x="2843426" y="1162499"/>
                  <a:pt x="3068177" y="939930"/>
                  <a:pt x="3123910" y="659222"/>
                </a:cubicBezTo>
                <a:cubicBezTo>
                  <a:pt x="2836029" y="720505"/>
                  <a:pt x="2611278" y="943074"/>
                  <a:pt x="2555546" y="1223782"/>
                </a:cubicBezTo>
                <a:close/>
                <a:moveTo>
                  <a:pt x="2555546" y="1547735"/>
                </a:moveTo>
                <a:cubicBezTo>
                  <a:pt x="2611279" y="1826239"/>
                  <a:pt x="2836029" y="2047060"/>
                  <a:pt x="3123910" y="2107862"/>
                </a:cubicBezTo>
                <a:cubicBezTo>
                  <a:pt x="3068178" y="1829358"/>
                  <a:pt x="2843426" y="1608537"/>
                  <a:pt x="2555546" y="1547735"/>
                </a:cubicBezTo>
                <a:close/>
                <a:moveTo>
                  <a:pt x="2555546" y="2982001"/>
                </a:moveTo>
                <a:cubicBezTo>
                  <a:pt x="2843426" y="2920718"/>
                  <a:pt x="3068177" y="2698150"/>
                  <a:pt x="3123910" y="2417442"/>
                </a:cubicBezTo>
                <a:cubicBezTo>
                  <a:pt x="2836029" y="2478725"/>
                  <a:pt x="2611278" y="2701294"/>
                  <a:pt x="2555546" y="2982001"/>
                </a:cubicBezTo>
                <a:close/>
                <a:moveTo>
                  <a:pt x="2485948" y="0"/>
                </a:moveTo>
                <a:lnTo>
                  <a:pt x="2641440" y="0"/>
                </a:lnTo>
                <a:lnTo>
                  <a:pt x="2664693" y="45955"/>
                </a:lnTo>
                <a:cubicBezTo>
                  <a:pt x="2768879" y="197965"/>
                  <a:pt x="2932430" y="309201"/>
                  <a:pt x="3123910" y="349642"/>
                </a:cubicBezTo>
                <a:cubicBezTo>
                  <a:pt x="3104112" y="250706"/>
                  <a:pt x="3062984" y="159050"/>
                  <a:pt x="3005167" y="79433"/>
                </a:cubicBezTo>
                <a:lnTo>
                  <a:pt x="2933794" y="0"/>
                </a:lnTo>
                <a:lnTo>
                  <a:pt x="3109934" y="0"/>
                </a:lnTo>
                <a:lnTo>
                  <a:pt x="3175456" y="100280"/>
                </a:lnTo>
                <a:cubicBezTo>
                  <a:pt x="3219520" y="182140"/>
                  <a:pt x="3249795" y="271960"/>
                  <a:pt x="3263553" y="366850"/>
                </a:cubicBezTo>
                <a:cubicBezTo>
                  <a:pt x="3263728" y="366905"/>
                  <a:pt x="3263905" y="366910"/>
                  <a:pt x="3264081" y="366915"/>
                </a:cubicBezTo>
                <a:lnTo>
                  <a:pt x="3264647" y="373792"/>
                </a:lnTo>
                <a:cubicBezTo>
                  <a:pt x="3269936" y="404884"/>
                  <a:pt x="3272499" y="436636"/>
                  <a:pt x="3272455" y="468842"/>
                </a:cubicBezTo>
                <a:cubicBezTo>
                  <a:pt x="3273828" y="474631"/>
                  <a:pt x="3273888" y="480458"/>
                  <a:pt x="3273888" y="486299"/>
                </a:cubicBezTo>
                <a:cubicBezTo>
                  <a:pt x="3273888" y="490228"/>
                  <a:pt x="3273860" y="494151"/>
                  <a:pt x="3273268" y="498061"/>
                </a:cubicBezTo>
                <a:lnTo>
                  <a:pt x="3272746" y="498027"/>
                </a:lnTo>
                <a:lnTo>
                  <a:pt x="3272719" y="498535"/>
                </a:lnTo>
                <a:lnTo>
                  <a:pt x="3254811" y="496864"/>
                </a:lnTo>
                <a:cubicBezTo>
                  <a:pt x="3220945" y="496322"/>
                  <a:pt x="3187593" y="493257"/>
                  <a:pt x="3154984" y="487548"/>
                </a:cubicBezTo>
                <a:cubicBezTo>
                  <a:pt x="3149150" y="487979"/>
                  <a:pt x="3143575" y="487004"/>
                  <a:pt x="3138020" y="485964"/>
                </a:cubicBezTo>
                <a:lnTo>
                  <a:pt x="3137899" y="484784"/>
                </a:lnTo>
                <a:cubicBezTo>
                  <a:pt x="2885360" y="443705"/>
                  <a:pt x="2669659" y="299632"/>
                  <a:pt x="2540177" y="99096"/>
                </a:cubicBezTo>
                <a:close/>
                <a:moveTo>
                  <a:pt x="2408030" y="3089525"/>
                </a:moveTo>
                <a:lnTo>
                  <a:pt x="2414810" y="3006343"/>
                </a:lnTo>
                <a:lnTo>
                  <a:pt x="2415375" y="2999411"/>
                </a:lnTo>
                <a:cubicBezTo>
                  <a:pt x="2415552" y="2999406"/>
                  <a:pt x="2415728" y="2999401"/>
                  <a:pt x="2415904" y="2999346"/>
                </a:cubicBezTo>
                <a:cubicBezTo>
                  <a:pt x="2468499" y="2633713"/>
                  <a:pt x="2762498" y="2342777"/>
                  <a:pt x="3137898" y="2281230"/>
                </a:cubicBezTo>
                <a:lnTo>
                  <a:pt x="3138020" y="2280040"/>
                </a:lnTo>
                <a:cubicBezTo>
                  <a:pt x="3143573" y="2278993"/>
                  <a:pt x="3149146" y="2278011"/>
                  <a:pt x="3154980" y="2278445"/>
                </a:cubicBezTo>
                <a:cubicBezTo>
                  <a:pt x="3187602" y="2272687"/>
                  <a:pt x="3220964" y="2269598"/>
                  <a:pt x="3254844" y="2269052"/>
                </a:cubicBezTo>
                <a:lnTo>
                  <a:pt x="3272719" y="2267371"/>
                </a:lnTo>
                <a:lnTo>
                  <a:pt x="3272746" y="2267882"/>
                </a:lnTo>
                <a:lnTo>
                  <a:pt x="3273267" y="2267848"/>
                </a:lnTo>
                <a:lnTo>
                  <a:pt x="3273888" y="2279702"/>
                </a:lnTo>
                <a:cubicBezTo>
                  <a:pt x="3273888" y="2285589"/>
                  <a:pt x="3273828" y="2291461"/>
                  <a:pt x="3272455" y="2297292"/>
                </a:cubicBezTo>
                <a:cubicBezTo>
                  <a:pt x="3272499" y="2329761"/>
                  <a:pt x="3269935" y="2361770"/>
                  <a:pt x="3264644" y="2393114"/>
                </a:cubicBezTo>
                <a:lnTo>
                  <a:pt x="3264080" y="2400032"/>
                </a:lnTo>
                <a:cubicBezTo>
                  <a:pt x="3263903" y="2400037"/>
                  <a:pt x="3263726" y="2400042"/>
                  <a:pt x="3263552" y="2400097"/>
                </a:cubicBezTo>
                <a:cubicBezTo>
                  <a:pt x="3217532" y="2720025"/>
                  <a:pt x="2986686" y="2982764"/>
                  <a:pt x="2678205" y="3084683"/>
                </a:cubicBezTo>
                <a:lnTo>
                  <a:pt x="2658472" y="3089525"/>
                </a:lnTo>
                <a:close/>
                <a:moveTo>
                  <a:pt x="2405567" y="1361522"/>
                </a:moveTo>
                <a:cubicBezTo>
                  <a:pt x="2405567" y="1355634"/>
                  <a:pt x="2405629" y="1349760"/>
                  <a:pt x="2407002" y="1343926"/>
                </a:cubicBezTo>
                <a:cubicBezTo>
                  <a:pt x="2406958" y="1311465"/>
                  <a:pt x="2409520" y="1279462"/>
                  <a:pt x="2414810" y="1248124"/>
                </a:cubicBezTo>
                <a:lnTo>
                  <a:pt x="2415375" y="1241192"/>
                </a:lnTo>
                <a:cubicBezTo>
                  <a:pt x="2415552" y="1241187"/>
                  <a:pt x="2415728" y="1241182"/>
                  <a:pt x="2415904" y="1241127"/>
                </a:cubicBezTo>
                <a:cubicBezTo>
                  <a:pt x="2468499" y="875493"/>
                  <a:pt x="2762498" y="584557"/>
                  <a:pt x="3137898" y="523010"/>
                </a:cubicBezTo>
                <a:lnTo>
                  <a:pt x="3138020" y="521820"/>
                </a:lnTo>
                <a:cubicBezTo>
                  <a:pt x="3143573" y="520774"/>
                  <a:pt x="3149146" y="519792"/>
                  <a:pt x="3154980" y="520226"/>
                </a:cubicBezTo>
                <a:cubicBezTo>
                  <a:pt x="3187602" y="514468"/>
                  <a:pt x="3220964" y="511379"/>
                  <a:pt x="3254844" y="510833"/>
                </a:cubicBezTo>
                <a:lnTo>
                  <a:pt x="3272719" y="509151"/>
                </a:lnTo>
                <a:lnTo>
                  <a:pt x="3272746" y="509663"/>
                </a:lnTo>
                <a:lnTo>
                  <a:pt x="3273267" y="509629"/>
                </a:lnTo>
                <a:lnTo>
                  <a:pt x="3273888" y="521483"/>
                </a:lnTo>
                <a:cubicBezTo>
                  <a:pt x="3273888" y="527369"/>
                  <a:pt x="3273828" y="533241"/>
                  <a:pt x="3272455" y="539073"/>
                </a:cubicBezTo>
                <a:cubicBezTo>
                  <a:pt x="3272499" y="571542"/>
                  <a:pt x="3269935" y="603550"/>
                  <a:pt x="3264644" y="634895"/>
                </a:cubicBezTo>
                <a:lnTo>
                  <a:pt x="3264080" y="641812"/>
                </a:lnTo>
                <a:cubicBezTo>
                  <a:pt x="3263903" y="641818"/>
                  <a:pt x="3263726" y="641823"/>
                  <a:pt x="3263552" y="641878"/>
                </a:cubicBezTo>
                <a:cubicBezTo>
                  <a:pt x="3210957" y="1007510"/>
                  <a:pt x="2916958" y="1298446"/>
                  <a:pt x="2541558" y="1359994"/>
                </a:cubicBezTo>
                <a:lnTo>
                  <a:pt x="2541437" y="1361184"/>
                </a:lnTo>
                <a:cubicBezTo>
                  <a:pt x="2535881" y="1362231"/>
                  <a:pt x="2530306" y="1363214"/>
                  <a:pt x="2524472" y="1362780"/>
                </a:cubicBezTo>
                <a:cubicBezTo>
                  <a:pt x="2491863" y="1368535"/>
                  <a:pt x="2458513" y="1371623"/>
                  <a:pt x="2424645" y="1372169"/>
                </a:cubicBezTo>
                <a:lnTo>
                  <a:pt x="2406737" y="1373854"/>
                </a:lnTo>
                <a:lnTo>
                  <a:pt x="2406710" y="1373341"/>
                </a:lnTo>
                <a:lnTo>
                  <a:pt x="2406188" y="1373376"/>
                </a:lnTo>
                <a:cubicBezTo>
                  <a:pt x="2405596" y="1369436"/>
                  <a:pt x="2405567" y="1365482"/>
                  <a:pt x="2405567" y="1361522"/>
                </a:cubicBezTo>
                <a:close/>
                <a:moveTo>
                  <a:pt x="2405567" y="1411078"/>
                </a:moveTo>
                <a:lnTo>
                  <a:pt x="2406189" y="1399317"/>
                </a:lnTo>
                <a:lnTo>
                  <a:pt x="2406710" y="1399351"/>
                </a:lnTo>
                <a:lnTo>
                  <a:pt x="2406737" y="1398843"/>
                </a:lnTo>
                <a:lnTo>
                  <a:pt x="2424613" y="1400511"/>
                </a:lnTo>
                <a:cubicBezTo>
                  <a:pt x="2458492" y="1401053"/>
                  <a:pt x="2491855" y="1404118"/>
                  <a:pt x="2524476" y="1409831"/>
                </a:cubicBezTo>
                <a:cubicBezTo>
                  <a:pt x="2530309" y="1409399"/>
                  <a:pt x="2535883" y="1410375"/>
                  <a:pt x="2541437" y="1411413"/>
                </a:cubicBezTo>
                <a:lnTo>
                  <a:pt x="2541559" y="1412593"/>
                </a:lnTo>
                <a:cubicBezTo>
                  <a:pt x="2916958" y="1473657"/>
                  <a:pt x="3210957" y="1762307"/>
                  <a:pt x="3263553" y="2125070"/>
                </a:cubicBezTo>
                <a:cubicBezTo>
                  <a:pt x="3263728" y="2125125"/>
                  <a:pt x="3263905" y="2125130"/>
                  <a:pt x="3264081" y="2125135"/>
                </a:cubicBezTo>
                <a:lnTo>
                  <a:pt x="3264647" y="2132012"/>
                </a:lnTo>
                <a:cubicBezTo>
                  <a:pt x="3269936" y="2163105"/>
                  <a:pt x="3272499" y="2194855"/>
                  <a:pt x="3272455" y="2227062"/>
                </a:cubicBezTo>
                <a:cubicBezTo>
                  <a:pt x="3273828" y="2232850"/>
                  <a:pt x="3273888" y="2238678"/>
                  <a:pt x="3273888" y="2244520"/>
                </a:cubicBezTo>
                <a:cubicBezTo>
                  <a:pt x="3273888" y="2248449"/>
                  <a:pt x="3273860" y="2252372"/>
                  <a:pt x="3273268" y="2256280"/>
                </a:cubicBezTo>
                <a:lnTo>
                  <a:pt x="3272746" y="2256246"/>
                </a:lnTo>
                <a:lnTo>
                  <a:pt x="3272719" y="2256755"/>
                </a:lnTo>
                <a:lnTo>
                  <a:pt x="3254811" y="2255084"/>
                </a:lnTo>
                <a:cubicBezTo>
                  <a:pt x="3220945" y="2254542"/>
                  <a:pt x="3187593" y="2251477"/>
                  <a:pt x="3154984" y="2245767"/>
                </a:cubicBezTo>
                <a:cubicBezTo>
                  <a:pt x="3149150" y="2246198"/>
                  <a:pt x="3143575" y="2245223"/>
                  <a:pt x="3138020" y="2244184"/>
                </a:cubicBezTo>
                <a:lnTo>
                  <a:pt x="3137899" y="2243004"/>
                </a:lnTo>
                <a:cubicBezTo>
                  <a:pt x="2762498" y="2181939"/>
                  <a:pt x="2468499" y="1893288"/>
                  <a:pt x="2415905" y="1530527"/>
                </a:cubicBezTo>
                <a:cubicBezTo>
                  <a:pt x="2415730" y="1530472"/>
                  <a:pt x="2415554" y="1530468"/>
                  <a:pt x="2415376" y="1530463"/>
                </a:cubicBezTo>
                <a:lnTo>
                  <a:pt x="2414813" y="1523599"/>
                </a:lnTo>
                <a:cubicBezTo>
                  <a:pt x="2409521" y="1492501"/>
                  <a:pt x="2406958" y="1460743"/>
                  <a:pt x="2407002" y="1428529"/>
                </a:cubicBezTo>
                <a:cubicBezTo>
                  <a:pt x="2405629" y="1422743"/>
                  <a:pt x="2405567" y="1416918"/>
                  <a:pt x="2405567" y="1411078"/>
                </a:cubicBezTo>
                <a:close/>
                <a:moveTo>
                  <a:pt x="1675142" y="659222"/>
                </a:moveTo>
                <a:cubicBezTo>
                  <a:pt x="1730875" y="939930"/>
                  <a:pt x="1955626" y="1162499"/>
                  <a:pt x="2243506" y="1223782"/>
                </a:cubicBezTo>
                <a:cubicBezTo>
                  <a:pt x="2187774" y="943074"/>
                  <a:pt x="1963023" y="720505"/>
                  <a:pt x="1675142" y="659222"/>
                </a:cubicBezTo>
                <a:close/>
                <a:moveTo>
                  <a:pt x="1675142" y="2417442"/>
                </a:moveTo>
                <a:cubicBezTo>
                  <a:pt x="1730875" y="2698150"/>
                  <a:pt x="1955626" y="2920718"/>
                  <a:pt x="2243506" y="2982001"/>
                </a:cubicBezTo>
                <a:cubicBezTo>
                  <a:pt x="2187774" y="2701294"/>
                  <a:pt x="1963023" y="2478725"/>
                  <a:pt x="1675142" y="2417442"/>
                </a:cubicBezTo>
                <a:close/>
                <a:moveTo>
                  <a:pt x="1675140" y="2107862"/>
                </a:moveTo>
                <a:cubicBezTo>
                  <a:pt x="1963020" y="2047060"/>
                  <a:pt x="2187772" y="1826239"/>
                  <a:pt x="2243504" y="1547735"/>
                </a:cubicBezTo>
                <a:cubicBezTo>
                  <a:pt x="1955623" y="1608537"/>
                  <a:pt x="1730872" y="1829358"/>
                  <a:pt x="1675140" y="2107862"/>
                </a:cubicBezTo>
                <a:close/>
                <a:moveTo>
                  <a:pt x="1525164" y="521483"/>
                </a:moveTo>
                <a:lnTo>
                  <a:pt x="1525785" y="509629"/>
                </a:lnTo>
                <a:lnTo>
                  <a:pt x="1526306" y="509663"/>
                </a:lnTo>
                <a:lnTo>
                  <a:pt x="1526333" y="509151"/>
                </a:lnTo>
                <a:lnTo>
                  <a:pt x="1544208" y="510833"/>
                </a:lnTo>
                <a:cubicBezTo>
                  <a:pt x="1578088" y="511379"/>
                  <a:pt x="1611450" y="514468"/>
                  <a:pt x="1644072" y="520226"/>
                </a:cubicBezTo>
                <a:cubicBezTo>
                  <a:pt x="1649905" y="519792"/>
                  <a:pt x="1655479" y="520774"/>
                  <a:pt x="1661032" y="521820"/>
                </a:cubicBezTo>
                <a:lnTo>
                  <a:pt x="1661154" y="523010"/>
                </a:lnTo>
                <a:cubicBezTo>
                  <a:pt x="2036554" y="584557"/>
                  <a:pt x="2330554" y="875493"/>
                  <a:pt x="2383148" y="1241127"/>
                </a:cubicBezTo>
                <a:cubicBezTo>
                  <a:pt x="2383324" y="1241182"/>
                  <a:pt x="2383501" y="1241187"/>
                  <a:pt x="2383678" y="1241192"/>
                </a:cubicBezTo>
                <a:lnTo>
                  <a:pt x="2384242" y="1248124"/>
                </a:lnTo>
                <a:cubicBezTo>
                  <a:pt x="2389533" y="1279462"/>
                  <a:pt x="2392095" y="1311465"/>
                  <a:pt x="2392051" y="1343926"/>
                </a:cubicBezTo>
                <a:cubicBezTo>
                  <a:pt x="2393423" y="1349760"/>
                  <a:pt x="2393485" y="1355634"/>
                  <a:pt x="2393485" y="1361522"/>
                </a:cubicBezTo>
                <a:cubicBezTo>
                  <a:pt x="2393485" y="1365482"/>
                  <a:pt x="2393457" y="1369436"/>
                  <a:pt x="2392864" y="1373376"/>
                </a:cubicBezTo>
                <a:lnTo>
                  <a:pt x="2392342" y="1373341"/>
                </a:lnTo>
                <a:lnTo>
                  <a:pt x="2392315" y="1373854"/>
                </a:lnTo>
                <a:lnTo>
                  <a:pt x="2374407" y="1372169"/>
                </a:lnTo>
                <a:cubicBezTo>
                  <a:pt x="2340540" y="1371623"/>
                  <a:pt x="2307190" y="1368535"/>
                  <a:pt x="2274580" y="1362780"/>
                </a:cubicBezTo>
                <a:cubicBezTo>
                  <a:pt x="2268746" y="1363214"/>
                  <a:pt x="2263171" y="1362231"/>
                  <a:pt x="2257615" y="1361184"/>
                </a:cubicBezTo>
                <a:lnTo>
                  <a:pt x="2257494" y="1359994"/>
                </a:lnTo>
                <a:cubicBezTo>
                  <a:pt x="1882094" y="1298446"/>
                  <a:pt x="1588095" y="1007510"/>
                  <a:pt x="1535500" y="641878"/>
                </a:cubicBezTo>
                <a:cubicBezTo>
                  <a:pt x="1535326" y="641823"/>
                  <a:pt x="1535149" y="641818"/>
                  <a:pt x="1534972" y="641812"/>
                </a:cubicBezTo>
                <a:lnTo>
                  <a:pt x="1534408" y="634895"/>
                </a:lnTo>
                <a:cubicBezTo>
                  <a:pt x="1529117" y="603550"/>
                  <a:pt x="1526553" y="571542"/>
                  <a:pt x="1526597" y="539073"/>
                </a:cubicBezTo>
                <a:cubicBezTo>
                  <a:pt x="1525224" y="533241"/>
                  <a:pt x="1525164" y="527369"/>
                  <a:pt x="1525164" y="521483"/>
                </a:cubicBezTo>
                <a:close/>
                <a:moveTo>
                  <a:pt x="1525164" y="2279702"/>
                </a:moveTo>
                <a:lnTo>
                  <a:pt x="1525785" y="2267848"/>
                </a:lnTo>
                <a:lnTo>
                  <a:pt x="1526306" y="2267882"/>
                </a:lnTo>
                <a:lnTo>
                  <a:pt x="1526333" y="2267371"/>
                </a:lnTo>
                <a:lnTo>
                  <a:pt x="1544208" y="2269052"/>
                </a:lnTo>
                <a:cubicBezTo>
                  <a:pt x="1578088" y="2269598"/>
                  <a:pt x="1611450" y="2272687"/>
                  <a:pt x="1644072" y="2278445"/>
                </a:cubicBezTo>
                <a:cubicBezTo>
                  <a:pt x="1649905" y="2278011"/>
                  <a:pt x="1655479" y="2278993"/>
                  <a:pt x="1661032" y="2280040"/>
                </a:cubicBezTo>
                <a:lnTo>
                  <a:pt x="1661154" y="2281230"/>
                </a:lnTo>
                <a:cubicBezTo>
                  <a:pt x="2036554" y="2342777"/>
                  <a:pt x="2330554" y="2633713"/>
                  <a:pt x="2383148" y="2999346"/>
                </a:cubicBezTo>
                <a:cubicBezTo>
                  <a:pt x="2383324" y="2999401"/>
                  <a:pt x="2383501" y="2999406"/>
                  <a:pt x="2383678" y="2999411"/>
                </a:cubicBezTo>
                <a:lnTo>
                  <a:pt x="2384242" y="3006343"/>
                </a:lnTo>
                <a:lnTo>
                  <a:pt x="2391022" y="3089525"/>
                </a:lnTo>
                <a:lnTo>
                  <a:pt x="2140581" y="3089525"/>
                </a:lnTo>
                <a:lnTo>
                  <a:pt x="2120847" y="3084683"/>
                </a:lnTo>
                <a:cubicBezTo>
                  <a:pt x="1812366" y="2982764"/>
                  <a:pt x="1581520" y="2720025"/>
                  <a:pt x="1535500" y="2400097"/>
                </a:cubicBezTo>
                <a:cubicBezTo>
                  <a:pt x="1535326" y="2400042"/>
                  <a:pt x="1535149" y="2400037"/>
                  <a:pt x="1534972" y="2400032"/>
                </a:cubicBezTo>
                <a:lnTo>
                  <a:pt x="1534408" y="2393114"/>
                </a:lnTo>
                <a:cubicBezTo>
                  <a:pt x="1529117" y="2361770"/>
                  <a:pt x="1526553" y="2329761"/>
                  <a:pt x="1526597" y="2297292"/>
                </a:cubicBezTo>
                <a:cubicBezTo>
                  <a:pt x="1525224" y="2291461"/>
                  <a:pt x="1525164" y="2285589"/>
                  <a:pt x="1525164" y="2279702"/>
                </a:cubicBezTo>
                <a:close/>
                <a:moveTo>
                  <a:pt x="1525162" y="486299"/>
                </a:moveTo>
                <a:cubicBezTo>
                  <a:pt x="1525162" y="480458"/>
                  <a:pt x="1525222" y="474631"/>
                  <a:pt x="1526595" y="468842"/>
                </a:cubicBezTo>
                <a:cubicBezTo>
                  <a:pt x="1526551" y="436636"/>
                  <a:pt x="1529114" y="404884"/>
                  <a:pt x="1534403" y="373792"/>
                </a:cubicBezTo>
                <a:lnTo>
                  <a:pt x="1534969" y="366915"/>
                </a:lnTo>
                <a:cubicBezTo>
                  <a:pt x="1535145" y="366910"/>
                  <a:pt x="1535323" y="366905"/>
                  <a:pt x="1535497" y="366850"/>
                </a:cubicBezTo>
                <a:cubicBezTo>
                  <a:pt x="1549256" y="271960"/>
                  <a:pt x="1579531" y="182140"/>
                  <a:pt x="1623594" y="100280"/>
                </a:cubicBezTo>
                <a:lnTo>
                  <a:pt x="1689117" y="0"/>
                </a:lnTo>
                <a:lnTo>
                  <a:pt x="1865257" y="0"/>
                </a:lnTo>
                <a:lnTo>
                  <a:pt x="1793882" y="79433"/>
                </a:lnTo>
                <a:cubicBezTo>
                  <a:pt x="1736067" y="159050"/>
                  <a:pt x="1694939" y="250706"/>
                  <a:pt x="1675140" y="349642"/>
                </a:cubicBezTo>
                <a:cubicBezTo>
                  <a:pt x="1866621" y="309201"/>
                  <a:pt x="2030172" y="197965"/>
                  <a:pt x="2134358" y="45955"/>
                </a:cubicBezTo>
                <a:lnTo>
                  <a:pt x="2157611" y="0"/>
                </a:lnTo>
                <a:lnTo>
                  <a:pt x="2313103" y="0"/>
                </a:lnTo>
                <a:lnTo>
                  <a:pt x="2258874" y="99096"/>
                </a:lnTo>
                <a:cubicBezTo>
                  <a:pt x="2129392" y="299632"/>
                  <a:pt x="1913691" y="443705"/>
                  <a:pt x="1661151" y="484784"/>
                </a:cubicBezTo>
                <a:lnTo>
                  <a:pt x="1661030" y="485964"/>
                </a:lnTo>
                <a:cubicBezTo>
                  <a:pt x="1655475" y="487004"/>
                  <a:pt x="1649900" y="487979"/>
                  <a:pt x="1644066" y="487548"/>
                </a:cubicBezTo>
                <a:cubicBezTo>
                  <a:pt x="1611457" y="493257"/>
                  <a:pt x="1578105" y="496322"/>
                  <a:pt x="1544239" y="496864"/>
                </a:cubicBezTo>
                <a:lnTo>
                  <a:pt x="1526331" y="498535"/>
                </a:lnTo>
                <a:lnTo>
                  <a:pt x="1526304" y="498027"/>
                </a:lnTo>
                <a:lnTo>
                  <a:pt x="1525782" y="498061"/>
                </a:lnTo>
                <a:cubicBezTo>
                  <a:pt x="1525190" y="494151"/>
                  <a:pt x="1525162" y="490228"/>
                  <a:pt x="1525162" y="486299"/>
                </a:cubicBezTo>
                <a:close/>
                <a:moveTo>
                  <a:pt x="1525161" y="2244520"/>
                </a:moveTo>
                <a:cubicBezTo>
                  <a:pt x="1525161" y="2238678"/>
                  <a:pt x="1525222" y="2232850"/>
                  <a:pt x="1526595" y="2227062"/>
                </a:cubicBezTo>
                <a:cubicBezTo>
                  <a:pt x="1526551" y="2194855"/>
                  <a:pt x="1529114" y="2163105"/>
                  <a:pt x="1534403" y="2132012"/>
                </a:cubicBezTo>
                <a:lnTo>
                  <a:pt x="1534969" y="2125135"/>
                </a:lnTo>
                <a:cubicBezTo>
                  <a:pt x="1535145" y="2125130"/>
                  <a:pt x="1535322" y="2125125"/>
                  <a:pt x="1535497" y="2125070"/>
                </a:cubicBezTo>
                <a:cubicBezTo>
                  <a:pt x="1588092" y="1762307"/>
                  <a:pt x="1882092" y="1473657"/>
                  <a:pt x="2257491" y="1412593"/>
                </a:cubicBezTo>
                <a:lnTo>
                  <a:pt x="2257613" y="1411413"/>
                </a:lnTo>
                <a:cubicBezTo>
                  <a:pt x="2263167" y="1410375"/>
                  <a:pt x="2268741" y="1409399"/>
                  <a:pt x="2274574" y="1409831"/>
                </a:cubicBezTo>
                <a:cubicBezTo>
                  <a:pt x="2307195" y="1404118"/>
                  <a:pt x="2340559" y="1401053"/>
                  <a:pt x="2374437" y="1400511"/>
                </a:cubicBezTo>
                <a:lnTo>
                  <a:pt x="2392313" y="1398843"/>
                </a:lnTo>
                <a:lnTo>
                  <a:pt x="2392341" y="1399351"/>
                </a:lnTo>
                <a:lnTo>
                  <a:pt x="2392861" y="1399317"/>
                </a:lnTo>
                <a:lnTo>
                  <a:pt x="2393483" y="1411078"/>
                </a:lnTo>
                <a:cubicBezTo>
                  <a:pt x="2393483" y="1416918"/>
                  <a:pt x="2393421" y="1422743"/>
                  <a:pt x="2392048" y="1428529"/>
                </a:cubicBezTo>
                <a:cubicBezTo>
                  <a:pt x="2392092" y="1460743"/>
                  <a:pt x="2389530" y="1492501"/>
                  <a:pt x="2384237" y="1523599"/>
                </a:cubicBezTo>
                <a:lnTo>
                  <a:pt x="2383674" y="1530463"/>
                </a:lnTo>
                <a:cubicBezTo>
                  <a:pt x="2383497" y="1530468"/>
                  <a:pt x="2383321" y="1530472"/>
                  <a:pt x="2383145" y="1530527"/>
                </a:cubicBezTo>
                <a:cubicBezTo>
                  <a:pt x="2330551" y="1893288"/>
                  <a:pt x="2036552" y="2181939"/>
                  <a:pt x="1661151" y="2243004"/>
                </a:cubicBezTo>
                <a:lnTo>
                  <a:pt x="1661030" y="2244184"/>
                </a:lnTo>
                <a:cubicBezTo>
                  <a:pt x="1655475" y="2245223"/>
                  <a:pt x="1649900" y="2246198"/>
                  <a:pt x="1644066" y="2245767"/>
                </a:cubicBezTo>
                <a:cubicBezTo>
                  <a:pt x="1611457" y="2251477"/>
                  <a:pt x="1578105" y="2254542"/>
                  <a:pt x="1544238" y="2255084"/>
                </a:cubicBezTo>
                <a:lnTo>
                  <a:pt x="1526331" y="2256755"/>
                </a:lnTo>
                <a:lnTo>
                  <a:pt x="1526304" y="2256246"/>
                </a:lnTo>
                <a:lnTo>
                  <a:pt x="1525782" y="2256280"/>
                </a:lnTo>
                <a:cubicBezTo>
                  <a:pt x="1525190" y="2252372"/>
                  <a:pt x="1525161" y="2248449"/>
                  <a:pt x="1525161" y="2244520"/>
                </a:cubicBezTo>
                <a:close/>
                <a:moveTo>
                  <a:pt x="785360" y="1223782"/>
                </a:moveTo>
                <a:cubicBezTo>
                  <a:pt x="1073241" y="1162499"/>
                  <a:pt x="1297991" y="939930"/>
                  <a:pt x="1353724" y="659222"/>
                </a:cubicBezTo>
                <a:cubicBezTo>
                  <a:pt x="1065844" y="720505"/>
                  <a:pt x="841092" y="943074"/>
                  <a:pt x="785360" y="1223782"/>
                </a:cubicBezTo>
                <a:close/>
                <a:moveTo>
                  <a:pt x="785360" y="1547735"/>
                </a:moveTo>
                <a:cubicBezTo>
                  <a:pt x="841093" y="1826239"/>
                  <a:pt x="1065843" y="2047060"/>
                  <a:pt x="1353724" y="2107862"/>
                </a:cubicBezTo>
                <a:cubicBezTo>
                  <a:pt x="1297992" y="1829358"/>
                  <a:pt x="1073241" y="1608537"/>
                  <a:pt x="785360" y="1547735"/>
                </a:cubicBezTo>
                <a:close/>
                <a:moveTo>
                  <a:pt x="785360" y="2982001"/>
                </a:moveTo>
                <a:cubicBezTo>
                  <a:pt x="1073241" y="2920718"/>
                  <a:pt x="1297991" y="2698150"/>
                  <a:pt x="1353724" y="2417442"/>
                </a:cubicBezTo>
                <a:cubicBezTo>
                  <a:pt x="1065843" y="2478725"/>
                  <a:pt x="841092" y="2701294"/>
                  <a:pt x="785360" y="2982001"/>
                </a:cubicBezTo>
                <a:close/>
                <a:moveTo>
                  <a:pt x="715762" y="0"/>
                </a:moveTo>
                <a:lnTo>
                  <a:pt x="871255" y="0"/>
                </a:lnTo>
                <a:lnTo>
                  <a:pt x="894508" y="45955"/>
                </a:lnTo>
                <a:cubicBezTo>
                  <a:pt x="998693" y="197966"/>
                  <a:pt x="1162244" y="309201"/>
                  <a:pt x="1353724" y="349642"/>
                </a:cubicBezTo>
                <a:cubicBezTo>
                  <a:pt x="1333926" y="250706"/>
                  <a:pt x="1292798" y="159050"/>
                  <a:pt x="1234983" y="79433"/>
                </a:cubicBezTo>
                <a:lnTo>
                  <a:pt x="1163608" y="0"/>
                </a:lnTo>
                <a:lnTo>
                  <a:pt x="1339748" y="0"/>
                </a:lnTo>
                <a:lnTo>
                  <a:pt x="1405271" y="100280"/>
                </a:lnTo>
                <a:cubicBezTo>
                  <a:pt x="1449334" y="182140"/>
                  <a:pt x="1479609" y="271960"/>
                  <a:pt x="1493366" y="366850"/>
                </a:cubicBezTo>
                <a:cubicBezTo>
                  <a:pt x="1493542" y="366905"/>
                  <a:pt x="1493719" y="366910"/>
                  <a:pt x="1493895" y="366914"/>
                </a:cubicBezTo>
                <a:lnTo>
                  <a:pt x="1494460" y="373792"/>
                </a:lnTo>
                <a:cubicBezTo>
                  <a:pt x="1499750" y="404884"/>
                  <a:pt x="1502312" y="436636"/>
                  <a:pt x="1502268" y="468842"/>
                </a:cubicBezTo>
                <a:cubicBezTo>
                  <a:pt x="1503641" y="474631"/>
                  <a:pt x="1503703" y="480458"/>
                  <a:pt x="1503703" y="486299"/>
                </a:cubicBezTo>
                <a:cubicBezTo>
                  <a:pt x="1503703" y="490229"/>
                  <a:pt x="1503674" y="494151"/>
                  <a:pt x="1503082" y="498061"/>
                </a:cubicBezTo>
                <a:lnTo>
                  <a:pt x="1502560" y="498027"/>
                </a:lnTo>
                <a:lnTo>
                  <a:pt x="1502533" y="498535"/>
                </a:lnTo>
                <a:lnTo>
                  <a:pt x="1484625" y="496864"/>
                </a:lnTo>
                <a:cubicBezTo>
                  <a:pt x="1450758" y="496322"/>
                  <a:pt x="1417408" y="493257"/>
                  <a:pt x="1384798" y="487548"/>
                </a:cubicBezTo>
                <a:cubicBezTo>
                  <a:pt x="1378964" y="487979"/>
                  <a:pt x="1373389" y="487004"/>
                  <a:pt x="1367833" y="485964"/>
                </a:cubicBezTo>
                <a:lnTo>
                  <a:pt x="1367712" y="484784"/>
                </a:lnTo>
                <a:cubicBezTo>
                  <a:pt x="1115174" y="443705"/>
                  <a:pt x="899474" y="299632"/>
                  <a:pt x="769992" y="99096"/>
                </a:cubicBezTo>
                <a:close/>
                <a:moveTo>
                  <a:pt x="637843" y="3089525"/>
                </a:moveTo>
                <a:lnTo>
                  <a:pt x="644623" y="3006343"/>
                </a:lnTo>
                <a:lnTo>
                  <a:pt x="645189" y="2999411"/>
                </a:lnTo>
                <a:cubicBezTo>
                  <a:pt x="645364" y="2999406"/>
                  <a:pt x="645542" y="2999401"/>
                  <a:pt x="645717" y="2999346"/>
                </a:cubicBezTo>
                <a:cubicBezTo>
                  <a:pt x="698313" y="2633713"/>
                  <a:pt x="992312" y="2342777"/>
                  <a:pt x="1367711" y="2281230"/>
                </a:cubicBezTo>
                <a:lnTo>
                  <a:pt x="1367833" y="2280040"/>
                </a:lnTo>
                <a:cubicBezTo>
                  <a:pt x="1373387" y="2278993"/>
                  <a:pt x="1378961" y="2278011"/>
                  <a:pt x="1384794" y="2278445"/>
                </a:cubicBezTo>
                <a:cubicBezTo>
                  <a:pt x="1417415" y="2272687"/>
                  <a:pt x="1450779" y="2269598"/>
                  <a:pt x="1484657" y="2269052"/>
                </a:cubicBezTo>
                <a:lnTo>
                  <a:pt x="1502533" y="2267371"/>
                </a:lnTo>
                <a:lnTo>
                  <a:pt x="1502560" y="2267882"/>
                </a:lnTo>
                <a:lnTo>
                  <a:pt x="1503081" y="2267848"/>
                </a:lnTo>
                <a:lnTo>
                  <a:pt x="1503703" y="2279702"/>
                </a:lnTo>
                <a:cubicBezTo>
                  <a:pt x="1503703" y="2285589"/>
                  <a:pt x="1503641" y="2291461"/>
                  <a:pt x="1502268" y="2297292"/>
                </a:cubicBezTo>
                <a:cubicBezTo>
                  <a:pt x="1502312" y="2329761"/>
                  <a:pt x="1499749" y="2361770"/>
                  <a:pt x="1494457" y="2393114"/>
                </a:cubicBezTo>
                <a:lnTo>
                  <a:pt x="1493894" y="2400032"/>
                </a:lnTo>
                <a:cubicBezTo>
                  <a:pt x="1493716" y="2400037"/>
                  <a:pt x="1493541" y="2400042"/>
                  <a:pt x="1493365" y="2400097"/>
                </a:cubicBezTo>
                <a:cubicBezTo>
                  <a:pt x="1447346" y="2720025"/>
                  <a:pt x="1216500" y="2982764"/>
                  <a:pt x="908018" y="3084683"/>
                </a:cubicBezTo>
                <a:lnTo>
                  <a:pt x="888285" y="3089525"/>
                </a:lnTo>
                <a:close/>
                <a:moveTo>
                  <a:pt x="635382" y="1361522"/>
                </a:moveTo>
                <a:cubicBezTo>
                  <a:pt x="635382" y="1355634"/>
                  <a:pt x="635442" y="1349760"/>
                  <a:pt x="636815" y="1343926"/>
                </a:cubicBezTo>
                <a:cubicBezTo>
                  <a:pt x="636771" y="1311465"/>
                  <a:pt x="639334" y="1279462"/>
                  <a:pt x="644623" y="1248124"/>
                </a:cubicBezTo>
                <a:lnTo>
                  <a:pt x="645189" y="1241192"/>
                </a:lnTo>
                <a:cubicBezTo>
                  <a:pt x="645365" y="1241187"/>
                  <a:pt x="645543" y="1241182"/>
                  <a:pt x="645717" y="1241127"/>
                </a:cubicBezTo>
                <a:cubicBezTo>
                  <a:pt x="698313" y="875493"/>
                  <a:pt x="992312" y="584557"/>
                  <a:pt x="1367711" y="523010"/>
                </a:cubicBezTo>
                <a:lnTo>
                  <a:pt x="1367833" y="521820"/>
                </a:lnTo>
                <a:cubicBezTo>
                  <a:pt x="1373387" y="520774"/>
                  <a:pt x="1378961" y="519792"/>
                  <a:pt x="1384794" y="520226"/>
                </a:cubicBezTo>
                <a:cubicBezTo>
                  <a:pt x="1417415" y="514468"/>
                  <a:pt x="1450779" y="511379"/>
                  <a:pt x="1484657" y="510833"/>
                </a:cubicBezTo>
                <a:lnTo>
                  <a:pt x="1502533" y="509151"/>
                </a:lnTo>
                <a:lnTo>
                  <a:pt x="1502560" y="509663"/>
                </a:lnTo>
                <a:lnTo>
                  <a:pt x="1503081" y="509629"/>
                </a:lnTo>
                <a:lnTo>
                  <a:pt x="1503703" y="521483"/>
                </a:lnTo>
                <a:cubicBezTo>
                  <a:pt x="1503703" y="527369"/>
                  <a:pt x="1503641" y="533241"/>
                  <a:pt x="1502268" y="539073"/>
                </a:cubicBezTo>
                <a:cubicBezTo>
                  <a:pt x="1502312" y="571542"/>
                  <a:pt x="1499749" y="603550"/>
                  <a:pt x="1494457" y="634895"/>
                </a:cubicBezTo>
                <a:lnTo>
                  <a:pt x="1493894" y="641812"/>
                </a:lnTo>
                <a:cubicBezTo>
                  <a:pt x="1493716" y="641818"/>
                  <a:pt x="1493541" y="641823"/>
                  <a:pt x="1493365" y="641878"/>
                </a:cubicBezTo>
                <a:cubicBezTo>
                  <a:pt x="1440771" y="1007510"/>
                  <a:pt x="1146772" y="1298446"/>
                  <a:pt x="771371" y="1359994"/>
                </a:cubicBezTo>
                <a:lnTo>
                  <a:pt x="771250" y="1361184"/>
                </a:lnTo>
                <a:cubicBezTo>
                  <a:pt x="765695" y="1362231"/>
                  <a:pt x="760120" y="1363214"/>
                  <a:pt x="754286" y="1362780"/>
                </a:cubicBezTo>
                <a:cubicBezTo>
                  <a:pt x="721677" y="1368535"/>
                  <a:pt x="688326" y="1371623"/>
                  <a:pt x="654458" y="1372169"/>
                </a:cubicBezTo>
                <a:lnTo>
                  <a:pt x="636551" y="1373854"/>
                </a:lnTo>
                <a:lnTo>
                  <a:pt x="636524" y="1373341"/>
                </a:lnTo>
                <a:lnTo>
                  <a:pt x="636002" y="1373376"/>
                </a:lnTo>
                <a:cubicBezTo>
                  <a:pt x="635410" y="1369436"/>
                  <a:pt x="635382" y="1365482"/>
                  <a:pt x="635382" y="1361522"/>
                </a:cubicBezTo>
                <a:close/>
                <a:moveTo>
                  <a:pt x="635382" y="1411078"/>
                </a:moveTo>
                <a:lnTo>
                  <a:pt x="636003" y="1399317"/>
                </a:lnTo>
                <a:lnTo>
                  <a:pt x="636524" y="1399351"/>
                </a:lnTo>
                <a:lnTo>
                  <a:pt x="636551" y="1398843"/>
                </a:lnTo>
                <a:lnTo>
                  <a:pt x="654426" y="1400511"/>
                </a:lnTo>
                <a:cubicBezTo>
                  <a:pt x="688306" y="1401053"/>
                  <a:pt x="721668" y="1404118"/>
                  <a:pt x="754290" y="1409831"/>
                </a:cubicBezTo>
                <a:cubicBezTo>
                  <a:pt x="760124" y="1409399"/>
                  <a:pt x="765697" y="1410375"/>
                  <a:pt x="771250" y="1411413"/>
                </a:cubicBezTo>
                <a:lnTo>
                  <a:pt x="771372" y="1412593"/>
                </a:lnTo>
                <a:cubicBezTo>
                  <a:pt x="1146772" y="1473657"/>
                  <a:pt x="1440771" y="1762307"/>
                  <a:pt x="1493366" y="2125070"/>
                </a:cubicBezTo>
                <a:cubicBezTo>
                  <a:pt x="1493542" y="2125125"/>
                  <a:pt x="1493718" y="2125130"/>
                  <a:pt x="1493895" y="2125135"/>
                </a:cubicBezTo>
                <a:lnTo>
                  <a:pt x="1494460" y="2132012"/>
                </a:lnTo>
                <a:cubicBezTo>
                  <a:pt x="1499750" y="2163105"/>
                  <a:pt x="1502312" y="2194855"/>
                  <a:pt x="1502268" y="2227062"/>
                </a:cubicBezTo>
                <a:cubicBezTo>
                  <a:pt x="1503641" y="2232850"/>
                  <a:pt x="1503703" y="2238678"/>
                  <a:pt x="1503703" y="2244520"/>
                </a:cubicBezTo>
                <a:cubicBezTo>
                  <a:pt x="1503703" y="2248449"/>
                  <a:pt x="1503674" y="2252372"/>
                  <a:pt x="1503082" y="2256280"/>
                </a:cubicBezTo>
                <a:lnTo>
                  <a:pt x="1502560" y="2256246"/>
                </a:lnTo>
                <a:lnTo>
                  <a:pt x="1502533" y="2256755"/>
                </a:lnTo>
                <a:lnTo>
                  <a:pt x="1484625" y="2255084"/>
                </a:lnTo>
                <a:cubicBezTo>
                  <a:pt x="1450758" y="2254542"/>
                  <a:pt x="1417407" y="2251477"/>
                  <a:pt x="1384798" y="2245767"/>
                </a:cubicBezTo>
                <a:cubicBezTo>
                  <a:pt x="1378964" y="2246198"/>
                  <a:pt x="1373389" y="2245223"/>
                  <a:pt x="1367833" y="2244184"/>
                </a:cubicBezTo>
                <a:lnTo>
                  <a:pt x="1367712" y="2243004"/>
                </a:lnTo>
                <a:cubicBezTo>
                  <a:pt x="992312" y="2181939"/>
                  <a:pt x="698313" y="1893288"/>
                  <a:pt x="645718" y="1530527"/>
                </a:cubicBezTo>
                <a:cubicBezTo>
                  <a:pt x="645544" y="1530472"/>
                  <a:pt x="645367" y="1530468"/>
                  <a:pt x="645190" y="1530463"/>
                </a:cubicBezTo>
                <a:lnTo>
                  <a:pt x="644626" y="1523599"/>
                </a:lnTo>
                <a:cubicBezTo>
                  <a:pt x="639335" y="1492501"/>
                  <a:pt x="636771" y="1460743"/>
                  <a:pt x="636815" y="1428529"/>
                </a:cubicBezTo>
                <a:cubicBezTo>
                  <a:pt x="635442" y="1422743"/>
                  <a:pt x="635382" y="1416918"/>
                  <a:pt x="635382" y="1411078"/>
                </a:cubicBezTo>
                <a:close/>
                <a:moveTo>
                  <a:pt x="0" y="120584"/>
                </a:moveTo>
                <a:lnTo>
                  <a:pt x="0" y="0"/>
                </a:lnTo>
                <a:lnTo>
                  <a:pt x="95071" y="0"/>
                </a:lnTo>
                <a:lnTo>
                  <a:pt x="23697" y="79433"/>
                </a:lnTo>
                <a:close/>
                <a:moveTo>
                  <a:pt x="0" y="459154"/>
                </a:moveTo>
                <a:lnTo>
                  <a:pt x="0" y="322913"/>
                </a:lnTo>
                <a:lnTo>
                  <a:pt x="85961" y="286715"/>
                </a:lnTo>
                <a:cubicBezTo>
                  <a:pt x="198873" y="230513"/>
                  <a:pt x="294715" y="147295"/>
                  <a:pt x="364172" y="45955"/>
                </a:cubicBezTo>
                <a:lnTo>
                  <a:pt x="387426" y="0"/>
                </a:lnTo>
                <a:lnTo>
                  <a:pt x="542918" y="0"/>
                </a:lnTo>
                <a:lnTo>
                  <a:pt x="488688" y="99096"/>
                </a:lnTo>
                <a:cubicBezTo>
                  <a:pt x="380786" y="266209"/>
                  <a:pt x="213011" y="394112"/>
                  <a:pt x="13938" y="455878"/>
                </a:cubicBezTo>
                <a:close/>
                <a:moveTo>
                  <a:pt x="0" y="1108862"/>
                </a:moveTo>
                <a:lnTo>
                  <a:pt x="0" y="893255"/>
                </a:lnTo>
                <a:lnTo>
                  <a:pt x="33376" y="945052"/>
                </a:lnTo>
                <a:cubicBezTo>
                  <a:pt x="138130" y="1084176"/>
                  <a:pt x="293395" y="1185481"/>
                  <a:pt x="473320" y="1223782"/>
                </a:cubicBezTo>
                <a:cubicBezTo>
                  <a:pt x="424556" y="978162"/>
                  <a:pt x="246384" y="777056"/>
                  <a:pt x="9746" y="689563"/>
                </a:cubicBezTo>
                <a:lnTo>
                  <a:pt x="0" y="686740"/>
                </a:lnTo>
                <a:lnTo>
                  <a:pt x="0" y="549764"/>
                </a:lnTo>
                <a:lnTo>
                  <a:pt x="27617" y="556541"/>
                </a:lnTo>
                <a:cubicBezTo>
                  <a:pt x="336096" y="658459"/>
                  <a:pt x="566943" y="921197"/>
                  <a:pt x="612962" y="1241127"/>
                </a:cubicBezTo>
                <a:cubicBezTo>
                  <a:pt x="613138" y="1241182"/>
                  <a:pt x="613315" y="1241187"/>
                  <a:pt x="613492" y="1241192"/>
                </a:cubicBezTo>
                <a:lnTo>
                  <a:pt x="614057" y="1248124"/>
                </a:lnTo>
                <a:cubicBezTo>
                  <a:pt x="619347" y="1279462"/>
                  <a:pt x="621909" y="1311465"/>
                  <a:pt x="621865" y="1343926"/>
                </a:cubicBezTo>
                <a:cubicBezTo>
                  <a:pt x="623237" y="1349760"/>
                  <a:pt x="623299" y="1355634"/>
                  <a:pt x="623299" y="1361522"/>
                </a:cubicBezTo>
                <a:cubicBezTo>
                  <a:pt x="623299" y="1365482"/>
                  <a:pt x="623271" y="1369436"/>
                  <a:pt x="622679" y="1373376"/>
                </a:cubicBezTo>
                <a:lnTo>
                  <a:pt x="622157" y="1373341"/>
                </a:lnTo>
                <a:lnTo>
                  <a:pt x="622129" y="1373854"/>
                </a:lnTo>
                <a:lnTo>
                  <a:pt x="604221" y="1372169"/>
                </a:lnTo>
                <a:cubicBezTo>
                  <a:pt x="570354" y="1371623"/>
                  <a:pt x="537004" y="1368535"/>
                  <a:pt x="504394" y="1362780"/>
                </a:cubicBezTo>
                <a:cubicBezTo>
                  <a:pt x="498560" y="1363214"/>
                  <a:pt x="492985" y="1362231"/>
                  <a:pt x="487429" y="1361184"/>
                </a:cubicBezTo>
                <a:lnTo>
                  <a:pt x="487308" y="1359994"/>
                </a:lnTo>
                <a:cubicBezTo>
                  <a:pt x="299609" y="1329221"/>
                  <a:pt x="132258" y="1241100"/>
                  <a:pt x="5260" y="1114967"/>
                </a:cubicBezTo>
                <a:close/>
                <a:moveTo>
                  <a:pt x="0" y="2216459"/>
                </a:moveTo>
                <a:lnTo>
                  <a:pt x="0" y="2080559"/>
                </a:lnTo>
                <a:lnTo>
                  <a:pt x="9744" y="2077760"/>
                </a:lnTo>
                <a:cubicBezTo>
                  <a:pt x="246382" y="1990953"/>
                  <a:pt x="424553" y="1791426"/>
                  <a:pt x="473318" y="1547735"/>
                </a:cubicBezTo>
                <a:cubicBezTo>
                  <a:pt x="293393" y="1585736"/>
                  <a:pt x="138127" y="1686244"/>
                  <a:pt x="33374" y="1824276"/>
                </a:cubicBezTo>
                <a:lnTo>
                  <a:pt x="0" y="1875663"/>
                </a:lnTo>
                <a:lnTo>
                  <a:pt x="0" y="1661750"/>
                </a:lnTo>
                <a:lnTo>
                  <a:pt x="5257" y="1655695"/>
                </a:lnTo>
                <a:cubicBezTo>
                  <a:pt x="132256" y="1530554"/>
                  <a:pt x="299606" y="1443125"/>
                  <a:pt x="487305" y="1412593"/>
                </a:cubicBezTo>
                <a:lnTo>
                  <a:pt x="487427" y="1411413"/>
                </a:lnTo>
                <a:cubicBezTo>
                  <a:pt x="492981" y="1410375"/>
                  <a:pt x="498555" y="1409399"/>
                  <a:pt x="504388" y="1409831"/>
                </a:cubicBezTo>
                <a:cubicBezTo>
                  <a:pt x="537009" y="1404118"/>
                  <a:pt x="570373" y="1401053"/>
                  <a:pt x="604251" y="1400511"/>
                </a:cubicBezTo>
                <a:lnTo>
                  <a:pt x="622127" y="1398843"/>
                </a:lnTo>
                <a:lnTo>
                  <a:pt x="622154" y="1399351"/>
                </a:lnTo>
                <a:lnTo>
                  <a:pt x="622675" y="1399317"/>
                </a:lnTo>
                <a:lnTo>
                  <a:pt x="623297" y="1411078"/>
                </a:lnTo>
                <a:cubicBezTo>
                  <a:pt x="623297" y="1416918"/>
                  <a:pt x="623235" y="1422743"/>
                  <a:pt x="621863" y="1428529"/>
                </a:cubicBezTo>
                <a:cubicBezTo>
                  <a:pt x="621907" y="1460743"/>
                  <a:pt x="619344" y="1492501"/>
                  <a:pt x="614051" y="1523599"/>
                </a:cubicBezTo>
                <a:lnTo>
                  <a:pt x="613488" y="1530463"/>
                </a:lnTo>
                <a:cubicBezTo>
                  <a:pt x="613311" y="1530468"/>
                  <a:pt x="613135" y="1530472"/>
                  <a:pt x="612959" y="1530527"/>
                </a:cubicBezTo>
                <a:cubicBezTo>
                  <a:pt x="566940" y="1847943"/>
                  <a:pt x="336094" y="2108619"/>
                  <a:pt x="27613" y="2209736"/>
                </a:cubicBezTo>
                <a:close/>
                <a:moveTo>
                  <a:pt x="0" y="2867081"/>
                </a:moveTo>
                <a:lnTo>
                  <a:pt x="0" y="2651475"/>
                </a:lnTo>
                <a:lnTo>
                  <a:pt x="33376" y="2703272"/>
                </a:lnTo>
                <a:cubicBezTo>
                  <a:pt x="138130" y="2842396"/>
                  <a:pt x="293395" y="2943700"/>
                  <a:pt x="473320" y="2982001"/>
                </a:cubicBezTo>
                <a:cubicBezTo>
                  <a:pt x="424556" y="2736382"/>
                  <a:pt x="246384" y="2535275"/>
                  <a:pt x="9746" y="2447782"/>
                </a:cubicBezTo>
                <a:lnTo>
                  <a:pt x="0" y="2444960"/>
                </a:lnTo>
                <a:lnTo>
                  <a:pt x="0" y="2307984"/>
                </a:lnTo>
                <a:lnTo>
                  <a:pt x="27617" y="2314760"/>
                </a:lnTo>
                <a:cubicBezTo>
                  <a:pt x="336096" y="2416678"/>
                  <a:pt x="566943" y="2679417"/>
                  <a:pt x="612962" y="2999346"/>
                </a:cubicBezTo>
                <a:cubicBezTo>
                  <a:pt x="613138" y="2999401"/>
                  <a:pt x="613315" y="2999406"/>
                  <a:pt x="613492" y="2999411"/>
                </a:cubicBezTo>
                <a:lnTo>
                  <a:pt x="614056" y="3006343"/>
                </a:lnTo>
                <a:lnTo>
                  <a:pt x="620836" y="3089525"/>
                </a:lnTo>
                <a:lnTo>
                  <a:pt x="370396" y="3089525"/>
                </a:lnTo>
                <a:lnTo>
                  <a:pt x="350661" y="3084682"/>
                </a:lnTo>
                <a:cubicBezTo>
                  <a:pt x="218455" y="3041003"/>
                  <a:pt x="100509" y="2967785"/>
                  <a:pt x="5260" y="2873187"/>
                </a:cubicBezTo>
                <a:close/>
              </a:path>
            </a:pathLst>
          </a:cu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3164851" y="965864"/>
            <a:ext cx="5255249" cy="3450370"/>
          </a:xfrm>
        </p:spPr>
        <p:txBody>
          <a:bodyPr anchor="b">
            <a:normAutofit/>
          </a:bodyPr>
          <a:lstStyle/>
          <a:p>
            <a:r>
              <a:rPr lang="en-US" sz="1700" dirty="0">
                <a:solidFill>
                  <a:srgbClr val="FFFFFF"/>
                </a:solidFill>
              </a:rPr>
              <a:t>DOM extraction &amp; content segmentation</a:t>
            </a:r>
          </a:p>
          <a:p>
            <a:r>
              <a:rPr lang="en-US" sz="1700" dirty="0">
                <a:solidFill>
                  <a:srgbClr val="FFFFFF"/>
                </a:solidFill>
              </a:rPr>
              <a:t>Ad/promo filtering</a:t>
            </a:r>
          </a:p>
          <a:p>
            <a:r>
              <a:rPr lang="en-US" sz="1700" dirty="0">
                <a:solidFill>
                  <a:srgbClr val="FFFFFF"/>
                </a:solidFill>
              </a:rPr>
              <a:t>NLP summarization (OpenAI)</a:t>
            </a:r>
          </a:p>
          <a:p>
            <a:r>
              <a:rPr lang="en-US" sz="1700" dirty="0">
                <a:solidFill>
                  <a:srgbClr val="FFFFFF"/>
                </a:solidFill>
              </a:rPr>
              <a:t>Hover-to-read preview</a:t>
            </a:r>
          </a:p>
          <a:p>
            <a:r>
              <a:rPr lang="en-US" sz="1700" dirty="0">
                <a:solidFill>
                  <a:srgbClr val="FFFFFF"/>
                </a:solidFill>
              </a:rPr>
              <a:t>Page summary (P key)</a:t>
            </a:r>
          </a:p>
          <a:p>
            <a:r>
              <a:rPr lang="en-US" sz="1700" dirty="0">
                <a:solidFill>
                  <a:srgbClr val="FFFFFF"/>
                </a:solidFill>
              </a:rPr>
              <a:t>Priority tagging (1/2/3 keys)</a:t>
            </a:r>
          </a:p>
          <a:p>
            <a:r>
              <a:rPr lang="en-US" sz="1700" dirty="0">
                <a:solidFill>
                  <a:srgbClr val="FFFFFF"/>
                </a:solidFill>
              </a:rPr>
              <a:t>Text-to-speech integration</a:t>
            </a:r>
          </a:p>
        </p:txBody>
      </p:sp>
      <p:cxnSp>
        <p:nvCxnSpPr>
          <p:cNvPr id="14" name="Straight Connector 13">
            <a:extLst>
              <a:ext uri="{FF2B5EF4-FFF2-40B4-BE49-F238E27FC236}">
                <a16:creationId xmlns:a16="http://schemas.microsoft.com/office/drawing/2014/main" id="{99237721-19CF-41B1-AA0A-E1E1A8282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43237" y="4576004"/>
            <a:ext cx="34290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A10C41F2-1746-4431-9B52-B9F147A89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7984928E-D694-4849-BBAD-D7C7DC405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0515" y="643461"/>
            <a:ext cx="5740884" cy="5571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64852" y="4735775"/>
            <a:ext cx="5255248" cy="1245732"/>
          </a:xfrm>
        </p:spPr>
        <p:txBody>
          <a:bodyPr anchor="t">
            <a:normAutofit/>
          </a:bodyPr>
          <a:lstStyle/>
          <a:p>
            <a:r>
              <a:rPr lang="en-US">
                <a:solidFill>
                  <a:srgbClr val="FFFFFF"/>
                </a:solidFill>
              </a:rPr>
              <a:t>Version 2 – Enhancements</a:t>
            </a:r>
          </a:p>
        </p:txBody>
      </p:sp>
      <p:sp>
        <p:nvSpPr>
          <p:cNvPr id="12" name="Freeform 18">
            <a:extLst>
              <a:ext uri="{FF2B5EF4-FFF2-40B4-BE49-F238E27FC236}">
                <a16:creationId xmlns:a16="http://schemas.microsoft.com/office/drawing/2014/main" id="{A24A153C-9BEC-46E7-9AA4-DFC65A2B1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3434" y="2290355"/>
            <a:ext cx="5571069" cy="2277283"/>
          </a:xfrm>
          <a:custGeom>
            <a:avLst/>
            <a:gdLst>
              <a:gd name="connsiteX0" fmla="*/ 5215514 w 5851096"/>
              <a:gd name="connsiteY0" fmla="*/ 659222 h 3089525"/>
              <a:gd name="connsiteX1" fmla="*/ 5783878 w 5851096"/>
              <a:gd name="connsiteY1" fmla="*/ 1223782 h 3089525"/>
              <a:gd name="connsiteX2" fmla="*/ 5215514 w 5851096"/>
              <a:gd name="connsiteY2" fmla="*/ 659222 h 3089525"/>
              <a:gd name="connsiteX3" fmla="*/ 5215514 w 5851096"/>
              <a:gd name="connsiteY3" fmla="*/ 2417442 h 3089525"/>
              <a:gd name="connsiteX4" fmla="*/ 5783878 w 5851096"/>
              <a:gd name="connsiteY4" fmla="*/ 2982001 h 3089525"/>
              <a:gd name="connsiteX5" fmla="*/ 5215514 w 5851096"/>
              <a:gd name="connsiteY5" fmla="*/ 2417442 h 3089525"/>
              <a:gd name="connsiteX6" fmla="*/ 5215512 w 5851096"/>
              <a:gd name="connsiteY6" fmla="*/ 2107862 h 3089525"/>
              <a:gd name="connsiteX7" fmla="*/ 5783876 w 5851096"/>
              <a:gd name="connsiteY7" fmla="*/ 1547735 h 3089525"/>
              <a:gd name="connsiteX8" fmla="*/ 5215512 w 5851096"/>
              <a:gd name="connsiteY8" fmla="*/ 2107862 h 3089525"/>
              <a:gd name="connsiteX9" fmla="*/ 5065535 w 5851096"/>
              <a:gd name="connsiteY9" fmla="*/ 521483 h 3089525"/>
              <a:gd name="connsiteX10" fmla="*/ 5066157 w 5851096"/>
              <a:gd name="connsiteY10" fmla="*/ 509629 h 3089525"/>
              <a:gd name="connsiteX11" fmla="*/ 5066678 w 5851096"/>
              <a:gd name="connsiteY11" fmla="*/ 509663 h 3089525"/>
              <a:gd name="connsiteX12" fmla="*/ 5066705 w 5851096"/>
              <a:gd name="connsiteY12" fmla="*/ 509151 h 3089525"/>
              <a:gd name="connsiteX13" fmla="*/ 5084580 w 5851096"/>
              <a:gd name="connsiteY13" fmla="*/ 510833 h 3089525"/>
              <a:gd name="connsiteX14" fmla="*/ 5184444 w 5851096"/>
              <a:gd name="connsiteY14" fmla="*/ 520226 h 3089525"/>
              <a:gd name="connsiteX15" fmla="*/ 5201405 w 5851096"/>
              <a:gd name="connsiteY15" fmla="*/ 521820 h 3089525"/>
              <a:gd name="connsiteX16" fmla="*/ 5201527 w 5851096"/>
              <a:gd name="connsiteY16" fmla="*/ 523010 h 3089525"/>
              <a:gd name="connsiteX17" fmla="*/ 5841311 w 5851096"/>
              <a:gd name="connsiteY17" fmla="*/ 983324 h 3089525"/>
              <a:gd name="connsiteX18" fmla="*/ 5851096 w 5851096"/>
              <a:gd name="connsiteY18" fmla="*/ 1006985 h 3089525"/>
              <a:gd name="connsiteX19" fmla="*/ 5851096 w 5851096"/>
              <a:gd name="connsiteY19" fmla="*/ 1366179 h 3089525"/>
              <a:gd name="connsiteX20" fmla="*/ 5814952 w 5851096"/>
              <a:gd name="connsiteY20" fmla="*/ 1362779 h 3089525"/>
              <a:gd name="connsiteX21" fmla="*/ 5797987 w 5851096"/>
              <a:gd name="connsiteY21" fmla="*/ 1361184 h 3089525"/>
              <a:gd name="connsiteX22" fmla="*/ 5797866 w 5851096"/>
              <a:gd name="connsiteY22" fmla="*/ 1359994 h 3089525"/>
              <a:gd name="connsiteX23" fmla="*/ 5075873 w 5851096"/>
              <a:gd name="connsiteY23" fmla="*/ 641878 h 3089525"/>
              <a:gd name="connsiteX24" fmla="*/ 5075344 w 5851096"/>
              <a:gd name="connsiteY24" fmla="*/ 641812 h 3089525"/>
              <a:gd name="connsiteX25" fmla="*/ 5074781 w 5851096"/>
              <a:gd name="connsiteY25" fmla="*/ 634895 h 3089525"/>
              <a:gd name="connsiteX26" fmla="*/ 5066970 w 5851096"/>
              <a:gd name="connsiteY26" fmla="*/ 539073 h 3089525"/>
              <a:gd name="connsiteX27" fmla="*/ 5065535 w 5851096"/>
              <a:gd name="connsiteY27" fmla="*/ 521483 h 3089525"/>
              <a:gd name="connsiteX28" fmla="*/ 5065535 w 5851096"/>
              <a:gd name="connsiteY28" fmla="*/ 2279702 h 3089525"/>
              <a:gd name="connsiteX29" fmla="*/ 5066157 w 5851096"/>
              <a:gd name="connsiteY29" fmla="*/ 2267848 h 3089525"/>
              <a:gd name="connsiteX30" fmla="*/ 5066678 w 5851096"/>
              <a:gd name="connsiteY30" fmla="*/ 2267882 h 3089525"/>
              <a:gd name="connsiteX31" fmla="*/ 5066705 w 5851096"/>
              <a:gd name="connsiteY31" fmla="*/ 2267371 h 3089525"/>
              <a:gd name="connsiteX32" fmla="*/ 5084580 w 5851096"/>
              <a:gd name="connsiteY32" fmla="*/ 2269052 h 3089525"/>
              <a:gd name="connsiteX33" fmla="*/ 5184444 w 5851096"/>
              <a:gd name="connsiteY33" fmla="*/ 2278445 h 3089525"/>
              <a:gd name="connsiteX34" fmla="*/ 5201405 w 5851096"/>
              <a:gd name="connsiteY34" fmla="*/ 2280040 h 3089525"/>
              <a:gd name="connsiteX35" fmla="*/ 5201527 w 5851096"/>
              <a:gd name="connsiteY35" fmla="*/ 2281230 h 3089525"/>
              <a:gd name="connsiteX36" fmla="*/ 5841311 w 5851096"/>
              <a:gd name="connsiteY36" fmla="*/ 2741544 h 3089525"/>
              <a:gd name="connsiteX37" fmla="*/ 5851096 w 5851096"/>
              <a:gd name="connsiteY37" fmla="*/ 2765204 h 3089525"/>
              <a:gd name="connsiteX38" fmla="*/ 5851096 w 5851096"/>
              <a:gd name="connsiteY38" fmla="*/ 3089525 h 3089525"/>
              <a:gd name="connsiteX39" fmla="*/ 5680952 w 5851096"/>
              <a:gd name="connsiteY39" fmla="*/ 3089525 h 3089525"/>
              <a:gd name="connsiteX40" fmla="*/ 5661219 w 5851096"/>
              <a:gd name="connsiteY40" fmla="*/ 3084683 h 3089525"/>
              <a:gd name="connsiteX41" fmla="*/ 5075873 w 5851096"/>
              <a:gd name="connsiteY41" fmla="*/ 2400097 h 3089525"/>
              <a:gd name="connsiteX42" fmla="*/ 5075344 w 5851096"/>
              <a:gd name="connsiteY42" fmla="*/ 2400032 h 3089525"/>
              <a:gd name="connsiteX43" fmla="*/ 5074781 w 5851096"/>
              <a:gd name="connsiteY43" fmla="*/ 2393114 h 3089525"/>
              <a:gd name="connsiteX44" fmla="*/ 5066970 w 5851096"/>
              <a:gd name="connsiteY44" fmla="*/ 2297292 h 3089525"/>
              <a:gd name="connsiteX45" fmla="*/ 5065535 w 5851096"/>
              <a:gd name="connsiteY45" fmla="*/ 2279702 h 3089525"/>
              <a:gd name="connsiteX46" fmla="*/ 5065533 w 5851096"/>
              <a:gd name="connsiteY46" fmla="*/ 486299 h 3089525"/>
              <a:gd name="connsiteX47" fmla="*/ 5066968 w 5851096"/>
              <a:gd name="connsiteY47" fmla="*/ 468842 h 3089525"/>
              <a:gd name="connsiteX48" fmla="*/ 5074776 w 5851096"/>
              <a:gd name="connsiteY48" fmla="*/ 373792 h 3089525"/>
              <a:gd name="connsiteX49" fmla="*/ 5075341 w 5851096"/>
              <a:gd name="connsiteY49" fmla="*/ 366915 h 3089525"/>
              <a:gd name="connsiteX50" fmla="*/ 5075869 w 5851096"/>
              <a:gd name="connsiteY50" fmla="*/ 366850 h 3089525"/>
              <a:gd name="connsiteX51" fmla="*/ 5163966 w 5851096"/>
              <a:gd name="connsiteY51" fmla="*/ 100280 h 3089525"/>
              <a:gd name="connsiteX52" fmla="*/ 5229488 w 5851096"/>
              <a:gd name="connsiteY52" fmla="*/ 0 h 3089525"/>
              <a:gd name="connsiteX53" fmla="*/ 5405629 w 5851096"/>
              <a:gd name="connsiteY53" fmla="*/ 0 h 3089525"/>
              <a:gd name="connsiteX54" fmla="*/ 5334254 w 5851096"/>
              <a:gd name="connsiteY54" fmla="*/ 79433 h 3089525"/>
              <a:gd name="connsiteX55" fmla="*/ 5215512 w 5851096"/>
              <a:gd name="connsiteY55" fmla="*/ 349642 h 3089525"/>
              <a:gd name="connsiteX56" fmla="*/ 5674730 w 5851096"/>
              <a:gd name="connsiteY56" fmla="*/ 45955 h 3089525"/>
              <a:gd name="connsiteX57" fmla="*/ 5697983 w 5851096"/>
              <a:gd name="connsiteY57" fmla="*/ 0 h 3089525"/>
              <a:gd name="connsiteX58" fmla="*/ 5851096 w 5851096"/>
              <a:gd name="connsiteY58" fmla="*/ 0 h 3089525"/>
              <a:gd name="connsiteX59" fmla="*/ 5851096 w 5851096"/>
              <a:gd name="connsiteY59" fmla="*/ 4349 h 3089525"/>
              <a:gd name="connsiteX60" fmla="*/ 5799246 w 5851096"/>
              <a:gd name="connsiteY60" fmla="*/ 99096 h 3089525"/>
              <a:gd name="connsiteX61" fmla="*/ 5201524 w 5851096"/>
              <a:gd name="connsiteY61" fmla="*/ 484784 h 3089525"/>
              <a:gd name="connsiteX62" fmla="*/ 5201403 w 5851096"/>
              <a:gd name="connsiteY62" fmla="*/ 485964 h 3089525"/>
              <a:gd name="connsiteX63" fmla="*/ 5184438 w 5851096"/>
              <a:gd name="connsiteY63" fmla="*/ 487548 h 3089525"/>
              <a:gd name="connsiteX64" fmla="*/ 5084610 w 5851096"/>
              <a:gd name="connsiteY64" fmla="*/ 496864 h 3089525"/>
              <a:gd name="connsiteX65" fmla="*/ 5066703 w 5851096"/>
              <a:gd name="connsiteY65" fmla="*/ 498535 h 3089525"/>
              <a:gd name="connsiteX66" fmla="*/ 5066676 w 5851096"/>
              <a:gd name="connsiteY66" fmla="*/ 498027 h 3089525"/>
              <a:gd name="connsiteX67" fmla="*/ 5066154 w 5851096"/>
              <a:gd name="connsiteY67" fmla="*/ 498061 h 3089525"/>
              <a:gd name="connsiteX68" fmla="*/ 5065533 w 5851096"/>
              <a:gd name="connsiteY68" fmla="*/ 486299 h 3089525"/>
              <a:gd name="connsiteX69" fmla="*/ 5065533 w 5851096"/>
              <a:gd name="connsiteY69" fmla="*/ 2244520 h 3089525"/>
              <a:gd name="connsiteX70" fmla="*/ 5066968 w 5851096"/>
              <a:gd name="connsiteY70" fmla="*/ 2227062 h 3089525"/>
              <a:gd name="connsiteX71" fmla="*/ 5074776 w 5851096"/>
              <a:gd name="connsiteY71" fmla="*/ 2132012 h 3089525"/>
              <a:gd name="connsiteX72" fmla="*/ 5075341 w 5851096"/>
              <a:gd name="connsiteY72" fmla="*/ 2125135 h 3089525"/>
              <a:gd name="connsiteX73" fmla="*/ 5075869 w 5851096"/>
              <a:gd name="connsiteY73" fmla="*/ 2125070 h 3089525"/>
              <a:gd name="connsiteX74" fmla="*/ 5797863 w 5851096"/>
              <a:gd name="connsiteY74" fmla="*/ 1412593 h 3089525"/>
              <a:gd name="connsiteX75" fmla="*/ 5797985 w 5851096"/>
              <a:gd name="connsiteY75" fmla="*/ 1411413 h 3089525"/>
              <a:gd name="connsiteX76" fmla="*/ 5814946 w 5851096"/>
              <a:gd name="connsiteY76" fmla="*/ 1409830 h 3089525"/>
              <a:gd name="connsiteX77" fmla="*/ 5851096 w 5851096"/>
              <a:gd name="connsiteY77" fmla="*/ 1406457 h 3089525"/>
              <a:gd name="connsiteX78" fmla="*/ 5851096 w 5851096"/>
              <a:gd name="connsiteY78" fmla="*/ 1762823 h 3089525"/>
              <a:gd name="connsiteX79" fmla="*/ 5841309 w 5851096"/>
              <a:gd name="connsiteY79" fmla="*/ 1786304 h 3089525"/>
              <a:gd name="connsiteX80" fmla="*/ 5201524 w 5851096"/>
              <a:gd name="connsiteY80" fmla="*/ 2243004 h 3089525"/>
              <a:gd name="connsiteX81" fmla="*/ 5201403 w 5851096"/>
              <a:gd name="connsiteY81" fmla="*/ 2244184 h 3089525"/>
              <a:gd name="connsiteX82" fmla="*/ 5184438 w 5851096"/>
              <a:gd name="connsiteY82" fmla="*/ 2245767 h 3089525"/>
              <a:gd name="connsiteX83" fmla="*/ 5084610 w 5851096"/>
              <a:gd name="connsiteY83" fmla="*/ 2255084 h 3089525"/>
              <a:gd name="connsiteX84" fmla="*/ 5066703 w 5851096"/>
              <a:gd name="connsiteY84" fmla="*/ 2256755 h 3089525"/>
              <a:gd name="connsiteX85" fmla="*/ 5066676 w 5851096"/>
              <a:gd name="connsiteY85" fmla="*/ 2256246 h 3089525"/>
              <a:gd name="connsiteX86" fmla="*/ 5066154 w 5851096"/>
              <a:gd name="connsiteY86" fmla="*/ 2256280 h 3089525"/>
              <a:gd name="connsiteX87" fmla="*/ 5065533 w 5851096"/>
              <a:gd name="connsiteY87" fmla="*/ 2244520 h 3089525"/>
              <a:gd name="connsiteX88" fmla="*/ 4325732 w 5851096"/>
              <a:gd name="connsiteY88" fmla="*/ 1223782 h 3089525"/>
              <a:gd name="connsiteX89" fmla="*/ 4894096 w 5851096"/>
              <a:gd name="connsiteY89" fmla="*/ 659222 h 3089525"/>
              <a:gd name="connsiteX90" fmla="*/ 4325732 w 5851096"/>
              <a:gd name="connsiteY90" fmla="*/ 1223782 h 3089525"/>
              <a:gd name="connsiteX91" fmla="*/ 4325732 w 5851096"/>
              <a:gd name="connsiteY91" fmla="*/ 1547735 h 3089525"/>
              <a:gd name="connsiteX92" fmla="*/ 4894096 w 5851096"/>
              <a:gd name="connsiteY92" fmla="*/ 2107862 h 3089525"/>
              <a:gd name="connsiteX93" fmla="*/ 4325732 w 5851096"/>
              <a:gd name="connsiteY93" fmla="*/ 1547735 h 3089525"/>
              <a:gd name="connsiteX94" fmla="*/ 4325732 w 5851096"/>
              <a:gd name="connsiteY94" fmla="*/ 2982001 h 3089525"/>
              <a:gd name="connsiteX95" fmla="*/ 4894096 w 5851096"/>
              <a:gd name="connsiteY95" fmla="*/ 2417442 h 3089525"/>
              <a:gd name="connsiteX96" fmla="*/ 4325732 w 5851096"/>
              <a:gd name="connsiteY96" fmla="*/ 2982001 h 3089525"/>
              <a:gd name="connsiteX97" fmla="*/ 4256134 w 5851096"/>
              <a:gd name="connsiteY97" fmla="*/ 0 h 3089525"/>
              <a:gd name="connsiteX98" fmla="*/ 4411625 w 5851096"/>
              <a:gd name="connsiteY98" fmla="*/ 0 h 3089525"/>
              <a:gd name="connsiteX99" fmla="*/ 4434878 w 5851096"/>
              <a:gd name="connsiteY99" fmla="*/ 45955 h 3089525"/>
              <a:gd name="connsiteX100" fmla="*/ 4894096 w 5851096"/>
              <a:gd name="connsiteY100" fmla="*/ 349642 h 3089525"/>
              <a:gd name="connsiteX101" fmla="*/ 4775353 w 5851096"/>
              <a:gd name="connsiteY101" fmla="*/ 79433 h 3089525"/>
              <a:gd name="connsiteX102" fmla="*/ 4703980 w 5851096"/>
              <a:gd name="connsiteY102" fmla="*/ 0 h 3089525"/>
              <a:gd name="connsiteX103" fmla="*/ 4880119 w 5851096"/>
              <a:gd name="connsiteY103" fmla="*/ 0 h 3089525"/>
              <a:gd name="connsiteX104" fmla="*/ 4945641 w 5851096"/>
              <a:gd name="connsiteY104" fmla="*/ 100280 h 3089525"/>
              <a:gd name="connsiteX105" fmla="*/ 5033738 w 5851096"/>
              <a:gd name="connsiteY105" fmla="*/ 366850 h 3089525"/>
              <a:gd name="connsiteX106" fmla="*/ 5034267 w 5851096"/>
              <a:gd name="connsiteY106" fmla="*/ 366915 h 3089525"/>
              <a:gd name="connsiteX107" fmla="*/ 5034832 w 5851096"/>
              <a:gd name="connsiteY107" fmla="*/ 373792 h 3089525"/>
              <a:gd name="connsiteX108" fmla="*/ 5042640 w 5851096"/>
              <a:gd name="connsiteY108" fmla="*/ 468842 h 3089525"/>
              <a:gd name="connsiteX109" fmla="*/ 5044074 w 5851096"/>
              <a:gd name="connsiteY109" fmla="*/ 486299 h 3089525"/>
              <a:gd name="connsiteX110" fmla="*/ 5043454 w 5851096"/>
              <a:gd name="connsiteY110" fmla="*/ 498061 h 3089525"/>
              <a:gd name="connsiteX111" fmla="*/ 5042932 w 5851096"/>
              <a:gd name="connsiteY111" fmla="*/ 498027 h 3089525"/>
              <a:gd name="connsiteX112" fmla="*/ 5042905 w 5851096"/>
              <a:gd name="connsiteY112" fmla="*/ 498535 h 3089525"/>
              <a:gd name="connsiteX113" fmla="*/ 5024997 w 5851096"/>
              <a:gd name="connsiteY113" fmla="*/ 496864 h 3089525"/>
              <a:gd name="connsiteX114" fmla="*/ 4925170 w 5851096"/>
              <a:gd name="connsiteY114" fmla="*/ 487548 h 3089525"/>
              <a:gd name="connsiteX115" fmla="*/ 4908205 w 5851096"/>
              <a:gd name="connsiteY115" fmla="*/ 485964 h 3089525"/>
              <a:gd name="connsiteX116" fmla="*/ 4908084 w 5851096"/>
              <a:gd name="connsiteY116" fmla="*/ 484784 h 3089525"/>
              <a:gd name="connsiteX117" fmla="*/ 4310363 w 5851096"/>
              <a:gd name="connsiteY117" fmla="*/ 99096 h 3089525"/>
              <a:gd name="connsiteX118" fmla="*/ 4178216 w 5851096"/>
              <a:gd name="connsiteY118" fmla="*/ 3089525 h 3089525"/>
              <a:gd name="connsiteX119" fmla="*/ 4184996 w 5851096"/>
              <a:gd name="connsiteY119" fmla="*/ 3006343 h 3089525"/>
              <a:gd name="connsiteX120" fmla="*/ 4185561 w 5851096"/>
              <a:gd name="connsiteY120" fmla="*/ 2999411 h 3089525"/>
              <a:gd name="connsiteX121" fmla="*/ 4186090 w 5851096"/>
              <a:gd name="connsiteY121" fmla="*/ 2999346 h 3089525"/>
              <a:gd name="connsiteX122" fmla="*/ 4908083 w 5851096"/>
              <a:gd name="connsiteY122" fmla="*/ 2281230 h 3089525"/>
              <a:gd name="connsiteX123" fmla="*/ 4908205 w 5851096"/>
              <a:gd name="connsiteY123" fmla="*/ 2280040 h 3089525"/>
              <a:gd name="connsiteX124" fmla="*/ 4925166 w 5851096"/>
              <a:gd name="connsiteY124" fmla="*/ 2278445 h 3089525"/>
              <a:gd name="connsiteX125" fmla="*/ 5025030 w 5851096"/>
              <a:gd name="connsiteY125" fmla="*/ 2269052 h 3089525"/>
              <a:gd name="connsiteX126" fmla="*/ 5042905 w 5851096"/>
              <a:gd name="connsiteY126" fmla="*/ 2267371 h 3089525"/>
              <a:gd name="connsiteX127" fmla="*/ 5042932 w 5851096"/>
              <a:gd name="connsiteY127" fmla="*/ 2267882 h 3089525"/>
              <a:gd name="connsiteX128" fmla="*/ 5043453 w 5851096"/>
              <a:gd name="connsiteY128" fmla="*/ 2267848 h 3089525"/>
              <a:gd name="connsiteX129" fmla="*/ 5044074 w 5851096"/>
              <a:gd name="connsiteY129" fmla="*/ 2279702 h 3089525"/>
              <a:gd name="connsiteX130" fmla="*/ 5042640 w 5851096"/>
              <a:gd name="connsiteY130" fmla="*/ 2297292 h 3089525"/>
              <a:gd name="connsiteX131" fmla="*/ 5034829 w 5851096"/>
              <a:gd name="connsiteY131" fmla="*/ 2393114 h 3089525"/>
              <a:gd name="connsiteX132" fmla="*/ 5034266 w 5851096"/>
              <a:gd name="connsiteY132" fmla="*/ 2400032 h 3089525"/>
              <a:gd name="connsiteX133" fmla="*/ 5033737 w 5851096"/>
              <a:gd name="connsiteY133" fmla="*/ 2400097 h 3089525"/>
              <a:gd name="connsiteX134" fmla="*/ 4448391 w 5851096"/>
              <a:gd name="connsiteY134" fmla="*/ 3084683 h 3089525"/>
              <a:gd name="connsiteX135" fmla="*/ 4428658 w 5851096"/>
              <a:gd name="connsiteY135" fmla="*/ 3089525 h 3089525"/>
              <a:gd name="connsiteX136" fmla="*/ 4175753 w 5851096"/>
              <a:gd name="connsiteY136" fmla="*/ 1361522 h 3089525"/>
              <a:gd name="connsiteX137" fmla="*/ 4177187 w 5851096"/>
              <a:gd name="connsiteY137" fmla="*/ 1343926 h 3089525"/>
              <a:gd name="connsiteX138" fmla="*/ 4184996 w 5851096"/>
              <a:gd name="connsiteY138" fmla="*/ 1248124 h 3089525"/>
              <a:gd name="connsiteX139" fmla="*/ 4185561 w 5851096"/>
              <a:gd name="connsiteY139" fmla="*/ 1241192 h 3089525"/>
              <a:gd name="connsiteX140" fmla="*/ 4186090 w 5851096"/>
              <a:gd name="connsiteY140" fmla="*/ 1241127 h 3089525"/>
              <a:gd name="connsiteX141" fmla="*/ 4908083 w 5851096"/>
              <a:gd name="connsiteY141" fmla="*/ 523010 h 3089525"/>
              <a:gd name="connsiteX142" fmla="*/ 4908205 w 5851096"/>
              <a:gd name="connsiteY142" fmla="*/ 521820 h 3089525"/>
              <a:gd name="connsiteX143" fmla="*/ 4925166 w 5851096"/>
              <a:gd name="connsiteY143" fmla="*/ 520226 h 3089525"/>
              <a:gd name="connsiteX144" fmla="*/ 5025030 w 5851096"/>
              <a:gd name="connsiteY144" fmla="*/ 510833 h 3089525"/>
              <a:gd name="connsiteX145" fmla="*/ 5042905 w 5851096"/>
              <a:gd name="connsiteY145" fmla="*/ 509151 h 3089525"/>
              <a:gd name="connsiteX146" fmla="*/ 5042932 w 5851096"/>
              <a:gd name="connsiteY146" fmla="*/ 509663 h 3089525"/>
              <a:gd name="connsiteX147" fmla="*/ 5043453 w 5851096"/>
              <a:gd name="connsiteY147" fmla="*/ 509629 h 3089525"/>
              <a:gd name="connsiteX148" fmla="*/ 5044074 w 5851096"/>
              <a:gd name="connsiteY148" fmla="*/ 521483 h 3089525"/>
              <a:gd name="connsiteX149" fmla="*/ 5042640 w 5851096"/>
              <a:gd name="connsiteY149" fmla="*/ 539073 h 3089525"/>
              <a:gd name="connsiteX150" fmla="*/ 5034829 w 5851096"/>
              <a:gd name="connsiteY150" fmla="*/ 634895 h 3089525"/>
              <a:gd name="connsiteX151" fmla="*/ 5034266 w 5851096"/>
              <a:gd name="connsiteY151" fmla="*/ 641812 h 3089525"/>
              <a:gd name="connsiteX152" fmla="*/ 5033737 w 5851096"/>
              <a:gd name="connsiteY152" fmla="*/ 641878 h 3089525"/>
              <a:gd name="connsiteX153" fmla="*/ 4311744 w 5851096"/>
              <a:gd name="connsiteY153" fmla="*/ 1359994 h 3089525"/>
              <a:gd name="connsiteX154" fmla="*/ 4311623 w 5851096"/>
              <a:gd name="connsiteY154" fmla="*/ 1361184 h 3089525"/>
              <a:gd name="connsiteX155" fmla="*/ 4294658 w 5851096"/>
              <a:gd name="connsiteY155" fmla="*/ 1362780 h 3089525"/>
              <a:gd name="connsiteX156" fmla="*/ 4194831 w 5851096"/>
              <a:gd name="connsiteY156" fmla="*/ 1372169 h 3089525"/>
              <a:gd name="connsiteX157" fmla="*/ 4176923 w 5851096"/>
              <a:gd name="connsiteY157" fmla="*/ 1373854 h 3089525"/>
              <a:gd name="connsiteX158" fmla="*/ 4176896 w 5851096"/>
              <a:gd name="connsiteY158" fmla="*/ 1373341 h 3089525"/>
              <a:gd name="connsiteX159" fmla="*/ 4176374 w 5851096"/>
              <a:gd name="connsiteY159" fmla="*/ 1373376 h 3089525"/>
              <a:gd name="connsiteX160" fmla="*/ 4175753 w 5851096"/>
              <a:gd name="connsiteY160" fmla="*/ 1361522 h 3089525"/>
              <a:gd name="connsiteX161" fmla="*/ 4175753 w 5851096"/>
              <a:gd name="connsiteY161" fmla="*/ 1411078 h 3089525"/>
              <a:gd name="connsiteX162" fmla="*/ 4176375 w 5851096"/>
              <a:gd name="connsiteY162" fmla="*/ 1399317 h 3089525"/>
              <a:gd name="connsiteX163" fmla="*/ 4176896 w 5851096"/>
              <a:gd name="connsiteY163" fmla="*/ 1399351 h 3089525"/>
              <a:gd name="connsiteX164" fmla="*/ 4176923 w 5851096"/>
              <a:gd name="connsiteY164" fmla="*/ 1398843 h 3089525"/>
              <a:gd name="connsiteX165" fmla="*/ 4194799 w 5851096"/>
              <a:gd name="connsiteY165" fmla="*/ 1400511 h 3089525"/>
              <a:gd name="connsiteX166" fmla="*/ 4294662 w 5851096"/>
              <a:gd name="connsiteY166" fmla="*/ 1409831 h 3089525"/>
              <a:gd name="connsiteX167" fmla="*/ 4311623 w 5851096"/>
              <a:gd name="connsiteY167" fmla="*/ 1411413 h 3089525"/>
              <a:gd name="connsiteX168" fmla="*/ 4311745 w 5851096"/>
              <a:gd name="connsiteY168" fmla="*/ 1412593 h 3089525"/>
              <a:gd name="connsiteX169" fmla="*/ 5033738 w 5851096"/>
              <a:gd name="connsiteY169" fmla="*/ 2125070 h 3089525"/>
              <a:gd name="connsiteX170" fmla="*/ 5034267 w 5851096"/>
              <a:gd name="connsiteY170" fmla="*/ 2125135 h 3089525"/>
              <a:gd name="connsiteX171" fmla="*/ 5034832 w 5851096"/>
              <a:gd name="connsiteY171" fmla="*/ 2132012 h 3089525"/>
              <a:gd name="connsiteX172" fmla="*/ 5042640 w 5851096"/>
              <a:gd name="connsiteY172" fmla="*/ 2227062 h 3089525"/>
              <a:gd name="connsiteX173" fmla="*/ 5044074 w 5851096"/>
              <a:gd name="connsiteY173" fmla="*/ 2244520 h 3089525"/>
              <a:gd name="connsiteX174" fmla="*/ 5043454 w 5851096"/>
              <a:gd name="connsiteY174" fmla="*/ 2256280 h 3089525"/>
              <a:gd name="connsiteX175" fmla="*/ 5042932 w 5851096"/>
              <a:gd name="connsiteY175" fmla="*/ 2256246 h 3089525"/>
              <a:gd name="connsiteX176" fmla="*/ 5042905 w 5851096"/>
              <a:gd name="connsiteY176" fmla="*/ 2256755 h 3089525"/>
              <a:gd name="connsiteX177" fmla="*/ 5024997 w 5851096"/>
              <a:gd name="connsiteY177" fmla="*/ 2255084 h 3089525"/>
              <a:gd name="connsiteX178" fmla="*/ 4925170 w 5851096"/>
              <a:gd name="connsiteY178" fmla="*/ 2245767 h 3089525"/>
              <a:gd name="connsiteX179" fmla="*/ 4908205 w 5851096"/>
              <a:gd name="connsiteY179" fmla="*/ 2244184 h 3089525"/>
              <a:gd name="connsiteX180" fmla="*/ 4908084 w 5851096"/>
              <a:gd name="connsiteY180" fmla="*/ 2243004 h 3089525"/>
              <a:gd name="connsiteX181" fmla="*/ 4186091 w 5851096"/>
              <a:gd name="connsiteY181" fmla="*/ 1530527 h 3089525"/>
              <a:gd name="connsiteX182" fmla="*/ 4185562 w 5851096"/>
              <a:gd name="connsiteY182" fmla="*/ 1530463 h 3089525"/>
              <a:gd name="connsiteX183" fmla="*/ 4184999 w 5851096"/>
              <a:gd name="connsiteY183" fmla="*/ 1523599 h 3089525"/>
              <a:gd name="connsiteX184" fmla="*/ 4177187 w 5851096"/>
              <a:gd name="connsiteY184" fmla="*/ 1428529 h 3089525"/>
              <a:gd name="connsiteX185" fmla="*/ 4175753 w 5851096"/>
              <a:gd name="connsiteY185" fmla="*/ 1411078 h 3089525"/>
              <a:gd name="connsiteX186" fmla="*/ 3445328 w 5851096"/>
              <a:gd name="connsiteY186" fmla="*/ 659222 h 3089525"/>
              <a:gd name="connsiteX187" fmla="*/ 4013692 w 5851096"/>
              <a:gd name="connsiteY187" fmla="*/ 1223782 h 3089525"/>
              <a:gd name="connsiteX188" fmla="*/ 3445328 w 5851096"/>
              <a:gd name="connsiteY188" fmla="*/ 659222 h 3089525"/>
              <a:gd name="connsiteX189" fmla="*/ 3445328 w 5851096"/>
              <a:gd name="connsiteY189" fmla="*/ 2417442 h 3089525"/>
              <a:gd name="connsiteX190" fmla="*/ 4013692 w 5851096"/>
              <a:gd name="connsiteY190" fmla="*/ 2982001 h 3089525"/>
              <a:gd name="connsiteX191" fmla="*/ 3445328 w 5851096"/>
              <a:gd name="connsiteY191" fmla="*/ 2417442 h 3089525"/>
              <a:gd name="connsiteX192" fmla="*/ 3445326 w 5851096"/>
              <a:gd name="connsiteY192" fmla="*/ 2107862 h 3089525"/>
              <a:gd name="connsiteX193" fmla="*/ 4013690 w 5851096"/>
              <a:gd name="connsiteY193" fmla="*/ 1547735 h 3089525"/>
              <a:gd name="connsiteX194" fmla="*/ 3445326 w 5851096"/>
              <a:gd name="connsiteY194" fmla="*/ 2107862 h 3089525"/>
              <a:gd name="connsiteX195" fmla="*/ 3295350 w 5851096"/>
              <a:gd name="connsiteY195" fmla="*/ 521483 h 3089525"/>
              <a:gd name="connsiteX196" fmla="*/ 3295971 w 5851096"/>
              <a:gd name="connsiteY196" fmla="*/ 509629 h 3089525"/>
              <a:gd name="connsiteX197" fmla="*/ 3296492 w 5851096"/>
              <a:gd name="connsiteY197" fmla="*/ 509663 h 3089525"/>
              <a:gd name="connsiteX198" fmla="*/ 3296519 w 5851096"/>
              <a:gd name="connsiteY198" fmla="*/ 509151 h 3089525"/>
              <a:gd name="connsiteX199" fmla="*/ 3314395 w 5851096"/>
              <a:gd name="connsiteY199" fmla="*/ 510833 h 3089525"/>
              <a:gd name="connsiteX200" fmla="*/ 3414258 w 5851096"/>
              <a:gd name="connsiteY200" fmla="*/ 520226 h 3089525"/>
              <a:gd name="connsiteX201" fmla="*/ 3431219 w 5851096"/>
              <a:gd name="connsiteY201" fmla="*/ 521820 h 3089525"/>
              <a:gd name="connsiteX202" fmla="*/ 3431341 w 5851096"/>
              <a:gd name="connsiteY202" fmla="*/ 523010 h 3089525"/>
              <a:gd name="connsiteX203" fmla="*/ 4153335 w 5851096"/>
              <a:gd name="connsiteY203" fmla="*/ 1241127 h 3089525"/>
              <a:gd name="connsiteX204" fmla="*/ 4153863 w 5851096"/>
              <a:gd name="connsiteY204" fmla="*/ 1241192 h 3089525"/>
              <a:gd name="connsiteX205" fmla="*/ 4154429 w 5851096"/>
              <a:gd name="connsiteY205" fmla="*/ 1248124 h 3089525"/>
              <a:gd name="connsiteX206" fmla="*/ 4162237 w 5851096"/>
              <a:gd name="connsiteY206" fmla="*/ 1343926 h 3089525"/>
              <a:gd name="connsiteX207" fmla="*/ 4163671 w 5851096"/>
              <a:gd name="connsiteY207" fmla="*/ 1361522 h 3089525"/>
              <a:gd name="connsiteX208" fmla="*/ 4163050 w 5851096"/>
              <a:gd name="connsiteY208" fmla="*/ 1373376 h 3089525"/>
              <a:gd name="connsiteX209" fmla="*/ 4162528 w 5851096"/>
              <a:gd name="connsiteY209" fmla="*/ 1373341 h 3089525"/>
              <a:gd name="connsiteX210" fmla="*/ 4162501 w 5851096"/>
              <a:gd name="connsiteY210" fmla="*/ 1373854 h 3089525"/>
              <a:gd name="connsiteX211" fmla="*/ 4144594 w 5851096"/>
              <a:gd name="connsiteY211" fmla="*/ 1372169 h 3089525"/>
              <a:gd name="connsiteX212" fmla="*/ 4044766 w 5851096"/>
              <a:gd name="connsiteY212" fmla="*/ 1362780 h 3089525"/>
              <a:gd name="connsiteX213" fmla="*/ 4027802 w 5851096"/>
              <a:gd name="connsiteY213" fmla="*/ 1361184 h 3089525"/>
              <a:gd name="connsiteX214" fmla="*/ 4027681 w 5851096"/>
              <a:gd name="connsiteY214" fmla="*/ 1359994 h 3089525"/>
              <a:gd name="connsiteX215" fmla="*/ 3305687 w 5851096"/>
              <a:gd name="connsiteY215" fmla="*/ 641878 h 3089525"/>
              <a:gd name="connsiteX216" fmla="*/ 3305158 w 5851096"/>
              <a:gd name="connsiteY216" fmla="*/ 641812 h 3089525"/>
              <a:gd name="connsiteX217" fmla="*/ 3304595 w 5851096"/>
              <a:gd name="connsiteY217" fmla="*/ 634895 h 3089525"/>
              <a:gd name="connsiteX218" fmla="*/ 3296784 w 5851096"/>
              <a:gd name="connsiteY218" fmla="*/ 539073 h 3089525"/>
              <a:gd name="connsiteX219" fmla="*/ 3295350 w 5851096"/>
              <a:gd name="connsiteY219" fmla="*/ 521483 h 3089525"/>
              <a:gd name="connsiteX220" fmla="*/ 3295350 w 5851096"/>
              <a:gd name="connsiteY220" fmla="*/ 2279702 h 3089525"/>
              <a:gd name="connsiteX221" fmla="*/ 3295971 w 5851096"/>
              <a:gd name="connsiteY221" fmla="*/ 2267848 h 3089525"/>
              <a:gd name="connsiteX222" fmla="*/ 3296492 w 5851096"/>
              <a:gd name="connsiteY222" fmla="*/ 2267882 h 3089525"/>
              <a:gd name="connsiteX223" fmla="*/ 3296519 w 5851096"/>
              <a:gd name="connsiteY223" fmla="*/ 2267371 h 3089525"/>
              <a:gd name="connsiteX224" fmla="*/ 3314395 w 5851096"/>
              <a:gd name="connsiteY224" fmla="*/ 2269052 h 3089525"/>
              <a:gd name="connsiteX225" fmla="*/ 3414258 w 5851096"/>
              <a:gd name="connsiteY225" fmla="*/ 2278445 h 3089525"/>
              <a:gd name="connsiteX226" fmla="*/ 3431219 w 5851096"/>
              <a:gd name="connsiteY226" fmla="*/ 2280040 h 3089525"/>
              <a:gd name="connsiteX227" fmla="*/ 3431341 w 5851096"/>
              <a:gd name="connsiteY227" fmla="*/ 2281230 h 3089525"/>
              <a:gd name="connsiteX228" fmla="*/ 4153335 w 5851096"/>
              <a:gd name="connsiteY228" fmla="*/ 2999346 h 3089525"/>
              <a:gd name="connsiteX229" fmla="*/ 4153863 w 5851096"/>
              <a:gd name="connsiteY229" fmla="*/ 2999411 h 3089525"/>
              <a:gd name="connsiteX230" fmla="*/ 4154429 w 5851096"/>
              <a:gd name="connsiteY230" fmla="*/ 3006343 h 3089525"/>
              <a:gd name="connsiteX231" fmla="*/ 4161209 w 5851096"/>
              <a:gd name="connsiteY231" fmla="*/ 3089525 h 3089525"/>
              <a:gd name="connsiteX232" fmla="*/ 3910768 w 5851096"/>
              <a:gd name="connsiteY232" fmla="*/ 3089525 h 3089525"/>
              <a:gd name="connsiteX233" fmla="*/ 3891034 w 5851096"/>
              <a:gd name="connsiteY233" fmla="*/ 3084683 h 3089525"/>
              <a:gd name="connsiteX234" fmla="*/ 3305687 w 5851096"/>
              <a:gd name="connsiteY234" fmla="*/ 2400097 h 3089525"/>
              <a:gd name="connsiteX235" fmla="*/ 3305158 w 5851096"/>
              <a:gd name="connsiteY235" fmla="*/ 2400032 h 3089525"/>
              <a:gd name="connsiteX236" fmla="*/ 3304595 w 5851096"/>
              <a:gd name="connsiteY236" fmla="*/ 2393114 h 3089525"/>
              <a:gd name="connsiteX237" fmla="*/ 3296784 w 5851096"/>
              <a:gd name="connsiteY237" fmla="*/ 2297292 h 3089525"/>
              <a:gd name="connsiteX238" fmla="*/ 3295350 w 5851096"/>
              <a:gd name="connsiteY238" fmla="*/ 2279702 h 3089525"/>
              <a:gd name="connsiteX239" fmla="*/ 3295347 w 5851096"/>
              <a:gd name="connsiteY239" fmla="*/ 486299 h 3089525"/>
              <a:gd name="connsiteX240" fmla="*/ 3296782 w 5851096"/>
              <a:gd name="connsiteY240" fmla="*/ 468842 h 3089525"/>
              <a:gd name="connsiteX241" fmla="*/ 3304590 w 5851096"/>
              <a:gd name="connsiteY241" fmla="*/ 373792 h 3089525"/>
              <a:gd name="connsiteX242" fmla="*/ 3305155 w 5851096"/>
              <a:gd name="connsiteY242" fmla="*/ 366915 h 3089525"/>
              <a:gd name="connsiteX243" fmla="*/ 3305684 w 5851096"/>
              <a:gd name="connsiteY243" fmla="*/ 366850 h 3089525"/>
              <a:gd name="connsiteX244" fmla="*/ 3393781 w 5851096"/>
              <a:gd name="connsiteY244" fmla="*/ 100280 h 3089525"/>
              <a:gd name="connsiteX245" fmla="*/ 3459303 w 5851096"/>
              <a:gd name="connsiteY245" fmla="*/ 0 h 3089525"/>
              <a:gd name="connsiteX246" fmla="*/ 3635443 w 5851096"/>
              <a:gd name="connsiteY246" fmla="*/ 0 h 3089525"/>
              <a:gd name="connsiteX247" fmla="*/ 3564068 w 5851096"/>
              <a:gd name="connsiteY247" fmla="*/ 79433 h 3089525"/>
              <a:gd name="connsiteX248" fmla="*/ 3445326 w 5851096"/>
              <a:gd name="connsiteY248" fmla="*/ 349642 h 3089525"/>
              <a:gd name="connsiteX249" fmla="*/ 3904544 w 5851096"/>
              <a:gd name="connsiteY249" fmla="*/ 45955 h 3089525"/>
              <a:gd name="connsiteX250" fmla="*/ 3927798 w 5851096"/>
              <a:gd name="connsiteY250" fmla="*/ 0 h 3089525"/>
              <a:gd name="connsiteX251" fmla="*/ 4083290 w 5851096"/>
              <a:gd name="connsiteY251" fmla="*/ 0 h 3089525"/>
              <a:gd name="connsiteX252" fmla="*/ 4029061 w 5851096"/>
              <a:gd name="connsiteY252" fmla="*/ 99096 h 3089525"/>
              <a:gd name="connsiteX253" fmla="*/ 3431338 w 5851096"/>
              <a:gd name="connsiteY253" fmla="*/ 484784 h 3089525"/>
              <a:gd name="connsiteX254" fmla="*/ 3431217 w 5851096"/>
              <a:gd name="connsiteY254" fmla="*/ 485964 h 3089525"/>
              <a:gd name="connsiteX255" fmla="*/ 3414252 w 5851096"/>
              <a:gd name="connsiteY255" fmla="*/ 487548 h 3089525"/>
              <a:gd name="connsiteX256" fmla="*/ 3314425 w 5851096"/>
              <a:gd name="connsiteY256" fmla="*/ 496864 h 3089525"/>
              <a:gd name="connsiteX257" fmla="*/ 3296517 w 5851096"/>
              <a:gd name="connsiteY257" fmla="*/ 498535 h 3089525"/>
              <a:gd name="connsiteX258" fmla="*/ 3296490 w 5851096"/>
              <a:gd name="connsiteY258" fmla="*/ 498027 h 3089525"/>
              <a:gd name="connsiteX259" fmla="*/ 3295968 w 5851096"/>
              <a:gd name="connsiteY259" fmla="*/ 498061 h 3089525"/>
              <a:gd name="connsiteX260" fmla="*/ 3295347 w 5851096"/>
              <a:gd name="connsiteY260" fmla="*/ 486299 h 3089525"/>
              <a:gd name="connsiteX261" fmla="*/ 3295347 w 5851096"/>
              <a:gd name="connsiteY261" fmla="*/ 2244520 h 3089525"/>
              <a:gd name="connsiteX262" fmla="*/ 3296782 w 5851096"/>
              <a:gd name="connsiteY262" fmla="*/ 2227062 h 3089525"/>
              <a:gd name="connsiteX263" fmla="*/ 3304590 w 5851096"/>
              <a:gd name="connsiteY263" fmla="*/ 2132012 h 3089525"/>
              <a:gd name="connsiteX264" fmla="*/ 3305155 w 5851096"/>
              <a:gd name="connsiteY264" fmla="*/ 2125135 h 3089525"/>
              <a:gd name="connsiteX265" fmla="*/ 3305684 w 5851096"/>
              <a:gd name="connsiteY265" fmla="*/ 2125070 h 3089525"/>
              <a:gd name="connsiteX266" fmla="*/ 4027678 w 5851096"/>
              <a:gd name="connsiteY266" fmla="*/ 1412593 h 3089525"/>
              <a:gd name="connsiteX267" fmla="*/ 4027800 w 5851096"/>
              <a:gd name="connsiteY267" fmla="*/ 1411413 h 3089525"/>
              <a:gd name="connsiteX268" fmla="*/ 4044760 w 5851096"/>
              <a:gd name="connsiteY268" fmla="*/ 1409831 h 3089525"/>
              <a:gd name="connsiteX269" fmla="*/ 4144624 w 5851096"/>
              <a:gd name="connsiteY269" fmla="*/ 1400511 h 3089525"/>
              <a:gd name="connsiteX270" fmla="*/ 4162499 w 5851096"/>
              <a:gd name="connsiteY270" fmla="*/ 1398843 h 3089525"/>
              <a:gd name="connsiteX271" fmla="*/ 4162526 w 5851096"/>
              <a:gd name="connsiteY271" fmla="*/ 1399351 h 3089525"/>
              <a:gd name="connsiteX272" fmla="*/ 4163047 w 5851096"/>
              <a:gd name="connsiteY272" fmla="*/ 1399317 h 3089525"/>
              <a:gd name="connsiteX273" fmla="*/ 4163669 w 5851096"/>
              <a:gd name="connsiteY273" fmla="*/ 1411078 h 3089525"/>
              <a:gd name="connsiteX274" fmla="*/ 4162235 w 5851096"/>
              <a:gd name="connsiteY274" fmla="*/ 1428529 h 3089525"/>
              <a:gd name="connsiteX275" fmla="*/ 4154424 w 5851096"/>
              <a:gd name="connsiteY275" fmla="*/ 1523599 h 3089525"/>
              <a:gd name="connsiteX276" fmla="*/ 4153860 w 5851096"/>
              <a:gd name="connsiteY276" fmla="*/ 1530463 h 3089525"/>
              <a:gd name="connsiteX277" fmla="*/ 4153332 w 5851096"/>
              <a:gd name="connsiteY277" fmla="*/ 1530527 h 3089525"/>
              <a:gd name="connsiteX278" fmla="*/ 3431338 w 5851096"/>
              <a:gd name="connsiteY278" fmla="*/ 2243004 h 3089525"/>
              <a:gd name="connsiteX279" fmla="*/ 3431217 w 5851096"/>
              <a:gd name="connsiteY279" fmla="*/ 2244184 h 3089525"/>
              <a:gd name="connsiteX280" fmla="*/ 3414252 w 5851096"/>
              <a:gd name="connsiteY280" fmla="*/ 2245767 h 3089525"/>
              <a:gd name="connsiteX281" fmla="*/ 3314425 w 5851096"/>
              <a:gd name="connsiteY281" fmla="*/ 2255084 h 3089525"/>
              <a:gd name="connsiteX282" fmla="*/ 3296517 w 5851096"/>
              <a:gd name="connsiteY282" fmla="*/ 2256755 h 3089525"/>
              <a:gd name="connsiteX283" fmla="*/ 3296490 w 5851096"/>
              <a:gd name="connsiteY283" fmla="*/ 2256246 h 3089525"/>
              <a:gd name="connsiteX284" fmla="*/ 3295968 w 5851096"/>
              <a:gd name="connsiteY284" fmla="*/ 2256280 h 3089525"/>
              <a:gd name="connsiteX285" fmla="*/ 3295347 w 5851096"/>
              <a:gd name="connsiteY285" fmla="*/ 2244520 h 3089525"/>
              <a:gd name="connsiteX286" fmla="*/ 2555546 w 5851096"/>
              <a:gd name="connsiteY286" fmla="*/ 1223782 h 3089525"/>
              <a:gd name="connsiteX287" fmla="*/ 3123910 w 5851096"/>
              <a:gd name="connsiteY287" fmla="*/ 659222 h 3089525"/>
              <a:gd name="connsiteX288" fmla="*/ 2555546 w 5851096"/>
              <a:gd name="connsiteY288" fmla="*/ 1223782 h 3089525"/>
              <a:gd name="connsiteX289" fmla="*/ 2555546 w 5851096"/>
              <a:gd name="connsiteY289" fmla="*/ 1547735 h 3089525"/>
              <a:gd name="connsiteX290" fmla="*/ 3123910 w 5851096"/>
              <a:gd name="connsiteY290" fmla="*/ 2107862 h 3089525"/>
              <a:gd name="connsiteX291" fmla="*/ 2555546 w 5851096"/>
              <a:gd name="connsiteY291" fmla="*/ 1547735 h 3089525"/>
              <a:gd name="connsiteX292" fmla="*/ 2555546 w 5851096"/>
              <a:gd name="connsiteY292" fmla="*/ 2982001 h 3089525"/>
              <a:gd name="connsiteX293" fmla="*/ 3123910 w 5851096"/>
              <a:gd name="connsiteY293" fmla="*/ 2417442 h 3089525"/>
              <a:gd name="connsiteX294" fmla="*/ 2555546 w 5851096"/>
              <a:gd name="connsiteY294" fmla="*/ 2982001 h 3089525"/>
              <a:gd name="connsiteX295" fmla="*/ 2485948 w 5851096"/>
              <a:gd name="connsiteY295" fmla="*/ 0 h 3089525"/>
              <a:gd name="connsiteX296" fmla="*/ 2641440 w 5851096"/>
              <a:gd name="connsiteY296" fmla="*/ 0 h 3089525"/>
              <a:gd name="connsiteX297" fmla="*/ 2664693 w 5851096"/>
              <a:gd name="connsiteY297" fmla="*/ 45955 h 3089525"/>
              <a:gd name="connsiteX298" fmla="*/ 3123910 w 5851096"/>
              <a:gd name="connsiteY298" fmla="*/ 349642 h 3089525"/>
              <a:gd name="connsiteX299" fmla="*/ 3005167 w 5851096"/>
              <a:gd name="connsiteY299" fmla="*/ 79433 h 3089525"/>
              <a:gd name="connsiteX300" fmla="*/ 2933794 w 5851096"/>
              <a:gd name="connsiteY300" fmla="*/ 0 h 3089525"/>
              <a:gd name="connsiteX301" fmla="*/ 3109934 w 5851096"/>
              <a:gd name="connsiteY301" fmla="*/ 0 h 3089525"/>
              <a:gd name="connsiteX302" fmla="*/ 3175456 w 5851096"/>
              <a:gd name="connsiteY302" fmla="*/ 100280 h 3089525"/>
              <a:gd name="connsiteX303" fmla="*/ 3263553 w 5851096"/>
              <a:gd name="connsiteY303" fmla="*/ 366850 h 3089525"/>
              <a:gd name="connsiteX304" fmla="*/ 3264081 w 5851096"/>
              <a:gd name="connsiteY304" fmla="*/ 366915 h 3089525"/>
              <a:gd name="connsiteX305" fmla="*/ 3264647 w 5851096"/>
              <a:gd name="connsiteY305" fmla="*/ 373792 h 3089525"/>
              <a:gd name="connsiteX306" fmla="*/ 3272455 w 5851096"/>
              <a:gd name="connsiteY306" fmla="*/ 468842 h 3089525"/>
              <a:gd name="connsiteX307" fmla="*/ 3273888 w 5851096"/>
              <a:gd name="connsiteY307" fmla="*/ 486299 h 3089525"/>
              <a:gd name="connsiteX308" fmla="*/ 3273268 w 5851096"/>
              <a:gd name="connsiteY308" fmla="*/ 498061 h 3089525"/>
              <a:gd name="connsiteX309" fmla="*/ 3272746 w 5851096"/>
              <a:gd name="connsiteY309" fmla="*/ 498027 h 3089525"/>
              <a:gd name="connsiteX310" fmla="*/ 3272719 w 5851096"/>
              <a:gd name="connsiteY310" fmla="*/ 498535 h 3089525"/>
              <a:gd name="connsiteX311" fmla="*/ 3254811 w 5851096"/>
              <a:gd name="connsiteY311" fmla="*/ 496864 h 3089525"/>
              <a:gd name="connsiteX312" fmla="*/ 3154984 w 5851096"/>
              <a:gd name="connsiteY312" fmla="*/ 487548 h 3089525"/>
              <a:gd name="connsiteX313" fmla="*/ 3138020 w 5851096"/>
              <a:gd name="connsiteY313" fmla="*/ 485964 h 3089525"/>
              <a:gd name="connsiteX314" fmla="*/ 3137899 w 5851096"/>
              <a:gd name="connsiteY314" fmla="*/ 484784 h 3089525"/>
              <a:gd name="connsiteX315" fmla="*/ 2540177 w 5851096"/>
              <a:gd name="connsiteY315" fmla="*/ 99096 h 3089525"/>
              <a:gd name="connsiteX316" fmla="*/ 2408030 w 5851096"/>
              <a:gd name="connsiteY316" fmla="*/ 3089525 h 3089525"/>
              <a:gd name="connsiteX317" fmla="*/ 2414810 w 5851096"/>
              <a:gd name="connsiteY317" fmla="*/ 3006343 h 3089525"/>
              <a:gd name="connsiteX318" fmla="*/ 2415375 w 5851096"/>
              <a:gd name="connsiteY318" fmla="*/ 2999411 h 3089525"/>
              <a:gd name="connsiteX319" fmla="*/ 2415904 w 5851096"/>
              <a:gd name="connsiteY319" fmla="*/ 2999346 h 3089525"/>
              <a:gd name="connsiteX320" fmla="*/ 3137898 w 5851096"/>
              <a:gd name="connsiteY320" fmla="*/ 2281230 h 3089525"/>
              <a:gd name="connsiteX321" fmla="*/ 3138020 w 5851096"/>
              <a:gd name="connsiteY321" fmla="*/ 2280040 h 3089525"/>
              <a:gd name="connsiteX322" fmla="*/ 3154980 w 5851096"/>
              <a:gd name="connsiteY322" fmla="*/ 2278445 h 3089525"/>
              <a:gd name="connsiteX323" fmla="*/ 3254844 w 5851096"/>
              <a:gd name="connsiteY323" fmla="*/ 2269052 h 3089525"/>
              <a:gd name="connsiteX324" fmla="*/ 3272719 w 5851096"/>
              <a:gd name="connsiteY324" fmla="*/ 2267371 h 3089525"/>
              <a:gd name="connsiteX325" fmla="*/ 3272746 w 5851096"/>
              <a:gd name="connsiteY325" fmla="*/ 2267882 h 3089525"/>
              <a:gd name="connsiteX326" fmla="*/ 3273267 w 5851096"/>
              <a:gd name="connsiteY326" fmla="*/ 2267848 h 3089525"/>
              <a:gd name="connsiteX327" fmla="*/ 3273888 w 5851096"/>
              <a:gd name="connsiteY327" fmla="*/ 2279702 h 3089525"/>
              <a:gd name="connsiteX328" fmla="*/ 3272455 w 5851096"/>
              <a:gd name="connsiteY328" fmla="*/ 2297292 h 3089525"/>
              <a:gd name="connsiteX329" fmla="*/ 3264644 w 5851096"/>
              <a:gd name="connsiteY329" fmla="*/ 2393114 h 3089525"/>
              <a:gd name="connsiteX330" fmla="*/ 3264080 w 5851096"/>
              <a:gd name="connsiteY330" fmla="*/ 2400032 h 3089525"/>
              <a:gd name="connsiteX331" fmla="*/ 3263552 w 5851096"/>
              <a:gd name="connsiteY331" fmla="*/ 2400097 h 3089525"/>
              <a:gd name="connsiteX332" fmla="*/ 2678205 w 5851096"/>
              <a:gd name="connsiteY332" fmla="*/ 3084683 h 3089525"/>
              <a:gd name="connsiteX333" fmla="*/ 2658472 w 5851096"/>
              <a:gd name="connsiteY333" fmla="*/ 3089525 h 3089525"/>
              <a:gd name="connsiteX334" fmla="*/ 2405567 w 5851096"/>
              <a:gd name="connsiteY334" fmla="*/ 1361522 h 3089525"/>
              <a:gd name="connsiteX335" fmla="*/ 2407002 w 5851096"/>
              <a:gd name="connsiteY335" fmla="*/ 1343926 h 3089525"/>
              <a:gd name="connsiteX336" fmla="*/ 2414810 w 5851096"/>
              <a:gd name="connsiteY336" fmla="*/ 1248124 h 3089525"/>
              <a:gd name="connsiteX337" fmla="*/ 2415375 w 5851096"/>
              <a:gd name="connsiteY337" fmla="*/ 1241192 h 3089525"/>
              <a:gd name="connsiteX338" fmla="*/ 2415904 w 5851096"/>
              <a:gd name="connsiteY338" fmla="*/ 1241127 h 3089525"/>
              <a:gd name="connsiteX339" fmla="*/ 3137898 w 5851096"/>
              <a:gd name="connsiteY339" fmla="*/ 523010 h 3089525"/>
              <a:gd name="connsiteX340" fmla="*/ 3138020 w 5851096"/>
              <a:gd name="connsiteY340" fmla="*/ 521820 h 3089525"/>
              <a:gd name="connsiteX341" fmla="*/ 3154980 w 5851096"/>
              <a:gd name="connsiteY341" fmla="*/ 520226 h 3089525"/>
              <a:gd name="connsiteX342" fmla="*/ 3254844 w 5851096"/>
              <a:gd name="connsiteY342" fmla="*/ 510833 h 3089525"/>
              <a:gd name="connsiteX343" fmla="*/ 3272719 w 5851096"/>
              <a:gd name="connsiteY343" fmla="*/ 509151 h 3089525"/>
              <a:gd name="connsiteX344" fmla="*/ 3272746 w 5851096"/>
              <a:gd name="connsiteY344" fmla="*/ 509663 h 3089525"/>
              <a:gd name="connsiteX345" fmla="*/ 3273267 w 5851096"/>
              <a:gd name="connsiteY345" fmla="*/ 509629 h 3089525"/>
              <a:gd name="connsiteX346" fmla="*/ 3273888 w 5851096"/>
              <a:gd name="connsiteY346" fmla="*/ 521483 h 3089525"/>
              <a:gd name="connsiteX347" fmla="*/ 3272455 w 5851096"/>
              <a:gd name="connsiteY347" fmla="*/ 539073 h 3089525"/>
              <a:gd name="connsiteX348" fmla="*/ 3264644 w 5851096"/>
              <a:gd name="connsiteY348" fmla="*/ 634895 h 3089525"/>
              <a:gd name="connsiteX349" fmla="*/ 3264080 w 5851096"/>
              <a:gd name="connsiteY349" fmla="*/ 641812 h 3089525"/>
              <a:gd name="connsiteX350" fmla="*/ 3263552 w 5851096"/>
              <a:gd name="connsiteY350" fmla="*/ 641878 h 3089525"/>
              <a:gd name="connsiteX351" fmla="*/ 2541558 w 5851096"/>
              <a:gd name="connsiteY351" fmla="*/ 1359994 h 3089525"/>
              <a:gd name="connsiteX352" fmla="*/ 2541437 w 5851096"/>
              <a:gd name="connsiteY352" fmla="*/ 1361184 h 3089525"/>
              <a:gd name="connsiteX353" fmla="*/ 2524472 w 5851096"/>
              <a:gd name="connsiteY353" fmla="*/ 1362780 h 3089525"/>
              <a:gd name="connsiteX354" fmla="*/ 2424645 w 5851096"/>
              <a:gd name="connsiteY354" fmla="*/ 1372169 h 3089525"/>
              <a:gd name="connsiteX355" fmla="*/ 2406737 w 5851096"/>
              <a:gd name="connsiteY355" fmla="*/ 1373854 h 3089525"/>
              <a:gd name="connsiteX356" fmla="*/ 2406710 w 5851096"/>
              <a:gd name="connsiteY356" fmla="*/ 1373341 h 3089525"/>
              <a:gd name="connsiteX357" fmla="*/ 2406188 w 5851096"/>
              <a:gd name="connsiteY357" fmla="*/ 1373376 h 3089525"/>
              <a:gd name="connsiteX358" fmla="*/ 2405567 w 5851096"/>
              <a:gd name="connsiteY358" fmla="*/ 1361522 h 3089525"/>
              <a:gd name="connsiteX359" fmla="*/ 2405567 w 5851096"/>
              <a:gd name="connsiteY359" fmla="*/ 1411078 h 3089525"/>
              <a:gd name="connsiteX360" fmla="*/ 2406189 w 5851096"/>
              <a:gd name="connsiteY360" fmla="*/ 1399317 h 3089525"/>
              <a:gd name="connsiteX361" fmla="*/ 2406710 w 5851096"/>
              <a:gd name="connsiteY361" fmla="*/ 1399351 h 3089525"/>
              <a:gd name="connsiteX362" fmla="*/ 2406737 w 5851096"/>
              <a:gd name="connsiteY362" fmla="*/ 1398843 h 3089525"/>
              <a:gd name="connsiteX363" fmla="*/ 2424613 w 5851096"/>
              <a:gd name="connsiteY363" fmla="*/ 1400511 h 3089525"/>
              <a:gd name="connsiteX364" fmla="*/ 2524476 w 5851096"/>
              <a:gd name="connsiteY364" fmla="*/ 1409831 h 3089525"/>
              <a:gd name="connsiteX365" fmla="*/ 2541437 w 5851096"/>
              <a:gd name="connsiteY365" fmla="*/ 1411413 h 3089525"/>
              <a:gd name="connsiteX366" fmla="*/ 2541559 w 5851096"/>
              <a:gd name="connsiteY366" fmla="*/ 1412593 h 3089525"/>
              <a:gd name="connsiteX367" fmla="*/ 3263553 w 5851096"/>
              <a:gd name="connsiteY367" fmla="*/ 2125070 h 3089525"/>
              <a:gd name="connsiteX368" fmla="*/ 3264081 w 5851096"/>
              <a:gd name="connsiteY368" fmla="*/ 2125135 h 3089525"/>
              <a:gd name="connsiteX369" fmla="*/ 3264647 w 5851096"/>
              <a:gd name="connsiteY369" fmla="*/ 2132012 h 3089525"/>
              <a:gd name="connsiteX370" fmla="*/ 3272455 w 5851096"/>
              <a:gd name="connsiteY370" fmla="*/ 2227062 h 3089525"/>
              <a:gd name="connsiteX371" fmla="*/ 3273888 w 5851096"/>
              <a:gd name="connsiteY371" fmla="*/ 2244520 h 3089525"/>
              <a:gd name="connsiteX372" fmla="*/ 3273268 w 5851096"/>
              <a:gd name="connsiteY372" fmla="*/ 2256280 h 3089525"/>
              <a:gd name="connsiteX373" fmla="*/ 3272746 w 5851096"/>
              <a:gd name="connsiteY373" fmla="*/ 2256246 h 3089525"/>
              <a:gd name="connsiteX374" fmla="*/ 3272719 w 5851096"/>
              <a:gd name="connsiteY374" fmla="*/ 2256755 h 3089525"/>
              <a:gd name="connsiteX375" fmla="*/ 3254811 w 5851096"/>
              <a:gd name="connsiteY375" fmla="*/ 2255084 h 3089525"/>
              <a:gd name="connsiteX376" fmla="*/ 3154984 w 5851096"/>
              <a:gd name="connsiteY376" fmla="*/ 2245767 h 3089525"/>
              <a:gd name="connsiteX377" fmla="*/ 3138020 w 5851096"/>
              <a:gd name="connsiteY377" fmla="*/ 2244184 h 3089525"/>
              <a:gd name="connsiteX378" fmla="*/ 3137899 w 5851096"/>
              <a:gd name="connsiteY378" fmla="*/ 2243004 h 3089525"/>
              <a:gd name="connsiteX379" fmla="*/ 2415905 w 5851096"/>
              <a:gd name="connsiteY379" fmla="*/ 1530527 h 3089525"/>
              <a:gd name="connsiteX380" fmla="*/ 2415376 w 5851096"/>
              <a:gd name="connsiteY380" fmla="*/ 1530463 h 3089525"/>
              <a:gd name="connsiteX381" fmla="*/ 2414813 w 5851096"/>
              <a:gd name="connsiteY381" fmla="*/ 1523599 h 3089525"/>
              <a:gd name="connsiteX382" fmla="*/ 2407002 w 5851096"/>
              <a:gd name="connsiteY382" fmla="*/ 1428529 h 3089525"/>
              <a:gd name="connsiteX383" fmla="*/ 2405567 w 5851096"/>
              <a:gd name="connsiteY383" fmla="*/ 1411078 h 3089525"/>
              <a:gd name="connsiteX384" fmla="*/ 1675142 w 5851096"/>
              <a:gd name="connsiteY384" fmla="*/ 659222 h 3089525"/>
              <a:gd name="connsiteX385" fmla="*/ 2243506 w 5851096"/>
              <a:gd name="connsiteY385" fmla="*/ 1223782 h 3089525"/>
              <a:gd name="connsiteX386" fmla="*/ 1675142 w 5851096"/>
              <a:gd name="connsiteY386" fmla="*/ 659222 h 3089525"/>
              <a:gd name="connsiteX387" fmla="*/ 1675142 w 5851096"/>
              <a:gd name="connsiteY387" fmla="*/ 2417442 h 3089525"/>
              <a:gd name="connsiteX388" fmla="*/ 2243506 w 5851096"/>
              <a:gd name="connsiteY388" fmla="*/ 2982001 h 3089525"/>
              <a:gd name="connsiteX389" fmla="*/ 1675142 w 5851096"/>
              <a:gd name="connsiteY389" fmla="*/ 2417442 h 3089525"/>
              <a:gd name="connsiteX390" fmla="*/ 1675140 w 5851096"/>
              <a:gd name="connsiteY390" fmla="*/ 2107862 h 3089525"/>
              <a:gd name="connsiteX391" fmla="*/ 2243504 w 5851096"/>
              <a:gd name="connsiteY391" fmla="*/ 1547735 h 3089525"/>
              <a:gd name="connsiteX392" fmla="*/ 1675140 w 5851096"/>
              <a:gd name="connsiteY392" fmla="*/ 2107862 h 3089525"/>
              <a:gd name="connsiteX393" fmla="*/ 1525164 w 5851096"/>
              <a:gd name="connsiteY393" fmla="*/ 521483 h 3089525"/>
              <a:gd name="connsiteX394" fmla="*/ 1525785 w 5851096"/>
              <a:gd name="connsiteY394" fmla="*/ 509629 h 3089525"/>
              <a:gd name="connsiteX395" fmla="*/ 1526306 w 5851096"/>
              <a:gd name="connsiteY395" fmla="*/ 509663 h 3089525"/>
              <a:gd name="connsiteX396" fmla="*/ 1526333 w 5851096"/>
              <a:gd name="connsiteY396" fmla="*/ 509151 h 3089525"/>
              <a:gd name="connsiteX397" fmla="*/ 1544208 w 5851096"/>
              <a:gd name="connsiteY397" fmla="*/ 510833 h 3089525"/>
              <a:gd name="connsiteX398" fmla="*/ 1644072 w 5851096"/>
              <a:gd name="connsiteY398" fmla="*/ 520226 h 3089525"/>
              <a:gd name="connsiteX399" fmla="*/ 1661032 w 5851096"/>
              <a:gd name="connsiteY399" fmla="*/ 521820 h 3089525"/>
              <a:gd name="connsiteX400" fmla="*/ 1661154 w 5851096"/>
              <a:gd name="connsiteY400" fmla="*/ 523010 h 3089525"/>
              <a:gd name="connsiteX401" fmla="*/ 2383148 w 5851096"/>
              <a:gd name="connsiteY401" fmla="*/ 1241127 h 3089525"/>
              <a:gd name="connsiteX402" fmla="*/ 2383678 w 5851096"/>
              <a:gd name="connsiteY402" fmla="*/ 1241192 h 3089525"/>
              <a:gd name="connsiteX403" fmla="*/ 2384242 w 5851096"/>
              <a:gd name="connsiteY403" fmla="*/ 1248124 h 3089525"/>
              <a:gd name="connsiteX404" fmla="*/ 2392051 w 5851096"/>
              <a:gd name="connsiteY404" fmla="*/ 1343926 h 3089525"/>
              <a:gd name="connsiteX405" fmla="*/ 2393485 w 5851096"/>
              <a:gd name="connsiteY405" fmla="*/ 1361522 h 3089525"/>
              <a:gd name="connsiteX406" fmla="*/ 2392864 w 5851096"/>
              <a:gd name="connsiteY406" fmla="*/ 1373376 h 3089525"/>
              <a:gd name="connsiteX407" fmla="*/ 2392342 w 5851096"/>
              <a:gd name="connsiteY407" fmla="*/ 1373341 h 3089525"/>
              <a:gd name="connsiteX408" fmla="*/ 2392315 w 5851096"/>
              <a:gd name="connsiteY408" fmla="*/ 1373854 h 3089525"/>
              <a:gd name="connsiteX409" fmla="*/ 2374407 w 5851096"/>
              <a:gd name="connsiteY409" fmla="*/ 1372169 h 3089525"/>
              <a:gd name="connsiteX410" fmla="*/ 2274580 w 5851096"/>
              <a:gd name="connsiteY410" fmla="*/ 1362780 h 3089525"/>
              <a:gd name="connsiteX411" fmla="*/ 2257615 w 5851096"/>
              <a:gd name="connsiteY411" fmla="*/ 1361184 h 3089525"/>
              <a:gd name="connsiteX412" fmla="*/ 2257494 w 5851096"/>
              <a:gd name="connsiteY412" fmla="*/ 1359994 h 3089525"/>
              <a:gd name="connsiteX413" fmla="*/ 1535500 w 5851096"/>
              <a:gd name="connsiteY413" fmla="*/ 641878 h 3089525"/>
              <a:gd name="connsiteX414" fmla="*/ 1534972 w 5851096"/>
              <a:gd name="connsiteY414" fmla="*/ 641812 h 3089525"/>
              <a:gd name="connsiteX415" fmla="*/ 1534408 w 5851096"/>
              <a:gd name="connsiteY415" fmla="*/ 634895 h 3089525"/>
              <a:gd name="connsiteX416" fmla="*/ 1526597 w 5851096"/>
              <a:gd name="connsiteY416" fmla="*/ 539073 h 3089525"/>
              <a:gd name="connsiteX417" fmla="*/ 1525164 w 5851096"/>
              <a:gd name="connsiteY417" fmla="*/ 521483 h 3089525"/>
              <a:gd name="connsiteX418" fmla="*/ 1525164 w 5851096"/>
              <a:gd name="connsiteY418" fmla="*/ 2279702 h 3089525"/>
              <a:gd name="connsiteX419" fmla="*/ 1525785 w 5851096"/>
              <a:gd name="connsiteY419" fmla="*/ 2267848 h 3089525"/>
              <a:gd name="connsiteX420" fmla="*/ 1526306 w 5851096"/>
              <a:gd name="connsiteY420" fmla="*/ 2267882 h 3089525"/>
              <a:gd name="connsiteX421" fmla="*/ 1526333 w 5851096"/>
              <a:gd name="connsiteY421" fmla="*/ 2267371 h 3089525"/>
              <a:gd name="connsiteX422" fmla="*/ 1544208 w 5851096"/>
              <a:gd name="connsiteY422" fmla="*/ 2269052 h 3089525"/>
              <a:gd name="connsiteX423" fmla="*/ 1644072 w 5851096"/>
              <a:gd name="connsiteY423" fmla="*/ 2278445 h 3089525"/>
              <a:gd name="connsiteX424" fmla="*/ 1661032 w 5851096"/>
              <a:gd name="connsiteY424" fmla="*/ 2280040 h 3089525"/>
              <a:gd name="connsiteX425" fmla="*/ 1661154 w 5851096"/>
              <a:gd name="connsiteY425" fmla="*/ 2281230 h 3089525"/>
              <a:gd name="connsiteX426" fmla="*/ 2383148 w 5851096"/>
              <a:gd name="connsiteY426" fmla="*/ 2999346 h 3089525"/>
              <a:gd name="connsiteX427" fmla="*/ 2383678 w 5851096"/>
              <a:gd name="connsiteY427" fmla="*/ 2999411 h 3089525"/>
              <a:gd name="connsiteX428" fmla="*/ 2384242 w 5851096"/>
              <a:gd name="connsiteY428" fmla="*/ 3006343 h 3089525"/>
              <a:gd name="connsiteX429" fmla="*/ 2391022 w 5851096"/>
              <a:gd name="connsiteY429" fmla="*/ 3089525 h 3089525"/>
              <a:gd name="connsiteX430" fmla="*/ 2140581 w 5851096"/>
              <a:gd name="connsiteY430" fmla="*/ 3089525 h 3089525"/>
              <a:gd name="connsiteX431" fmla="*/ 2120847 w 5851096"/>
              <a:gd name="connsiteY431" fmla="*/ 3084683 h 3089525"/>
              <a:gd name="connsiteX432" fmla="*/ 1535500 w 5851096"/>
              <a:gd name="connsiteY432" fmla="*/ 2400097 h 3089525"/>
              <a:gd name="connsiteX433" fmla="*/ 1534972 w 5851096"/>
              <a:gd name="connsiteY433" fmla="*/ 2400032 h 3089525"/>
              <a:gd name="connsiteX434" fmla="*/ 1534408 w 5851096"/>
              <a:gd name="connsiteY434" fmla="*/ 2393114 h 3089525"/>
              <a:gd name="connsiteX435" fmla="*/ 1526597 w 5851096"/>
              <a:gd name="connsiteY435" fmla="*/ 2297292 h 3089525"/>
              <a:gd name="connsiteX436" fmla="*/ 1525164 w 5851096"/>
              <a:gd name="connsiteY436" fmla="*/ 2279702 h 3089525"/>
              <a:gd name="connsiteX437" fmla="*/ 1525162 w 5851096"/>
              <a:gd name="connsiteY437" fmla="*/ 486299 h 3089525"/>
              <a:gd name="connsiteX438" fmla="*/ 1526595 w 5851096"/>
              <a:gd name="connsiteY438" fmla="*/ 468842 h 3089525"/>
              <a:gd name="connsiteX439" fmla="*/ 1534403 w 5851096"/>
              <a:gd name="connsiteY439" fmla="*/ 373792 h 3089525"/>
              <a:gd name="connsiteX440" fmla="*/ 1534969 w 5851096"/>
              <a:gd name="connsiteY440" fmla="*/ 366915 h 3089525"/>
              <a:gd name="connsiteX441" fmla="*/ 1535497 w 5851096"/>
              <a:gd name="connsiteY441" fmla="*/ 366850 h 3089525"/>
              <a:gd name="connsiteX442" fmla="*/ 1623594 w 5851096"/>
              <a:gd name="connsiteY442" fmla="*/ 100280 h 3089525"/>
              <a:gd name="connsiteX443" fmla="*/ 1689117 w 5851096"/>
              <a:gd name="connsiteY443" fmla="*/ 0 h 3089525"/>
              <a:gd name="connsiteX444" fmla="*/ 1865257 w 5851096"/>
              <a:gd name="connsiteY444" fmla="*/ 0 h 3089525"/>
              <a:gd name="connsiteX445" fmla="*/ 1793882 w 5851096"/>
              <a:gd name="connsiteY445" fmla="*/ 79433 h 3089525"/>
              <a:gd name="connsiteX446" fmla="*/ 1675140 w 5851096"/>
              <a:gd name="connsiteY446" fmla="*/ 349642 h 3089525"/>
              <a:gd name="connsiteX447" fmla="*/ 2134358 w 5851096"/>
              <a:gd name="connsiteY447" fmla="*/ 45955 h 3089525"/>
              <a:gd name="connsiteX448" fmla="*/ 2157611 w 5851096"/>
              <a:gd name="connsiteY448" fmla="*/ 0 h 3089525"/>
              <a:gd name="connsiteX449" fmla="*/ 2313103 w 5851096"/>
              <a:gd name="connsiteY449" fmla="*/ 0 h 3089525"/>
              <a:gd name="connsiteX450" fmla="*/ 2258874 w 5851096"/>
              <a:gd name="connsiteY450" fmla="*/ 99096 h 3089525"/>
              <a:gd name="connsiteX451" fmla="*/ 1661151 w 5851096"/>
              <a:gd name="connsiteY451" fmla="*/ 484784 h 3089525"/>
              <a:gd name="connsiteX452" fmla="*/ 1661030 w 5851096"/>
              <a:gd name="connsiteY452" fmla="*/ 485964 h 3089525"/>
              <a:gd name="connsiteX453" fmla="*/ 1644066 w 5851096"/>
              <a:gd name="connsiteY453" fmla="*/ 487548 h 3089525"/>
              <a:gd name="connsiteX454" fmla="*/ 1544239 w 5851096"/>
              <a:gd name="connsiteY454" fmla="*/ 496864 h 3089525"/>
              <a:gd name="connsiteX455" fmla="*/ 1526331 w 5851096"/>
              <a:gd name="connsiteY455" fmla="*/ 498535 h 3089525"/>
              <a:gd name="connsiteX456" fmla="*/ 1526304 w 5851096"/>
              <a:gd name="connsiteY456" fmla="*/ 498027 h 3089525"/>
              <a:gd name="connsiteX457" fmla="*/ 1525782 w 5851096"/>
              <a:gd name="connsiteY457" fmla="*/ 498061 h 3089525"/>
              <a:gd name="connsiteX458" fmla="*/ 1525162 w 5851096"/>
              <a:gd name="connsiteY458" fmla="*/ 486299 h 3089525"/>
              <a:gd name="connsiteX459" fmla="*/ 1525161 w 5851096"/>
              <a:gd name="connsiteY459" fmla="*/ 2244520 h 3089525"/>
              <a:gd name="connsiteX460" fmla="*/ 1526595 w 5851096"/>
              <a:gd name="connsiteY460" fmla="*/ 2227062 h 3089525"/>
              <a:gd name="connsiteX461" fmla="*/ 1534403 w 5851096"/>
              <a:gd name="connsiteY461" fmla="*/ 2132012 h 3089525"/>
              <a:gd name="connsiteX462" fmla="*/ 1534969 w 5851096"/>
              <a:gd name="connsiteY462" fmla="*/ 2125135 h 3089525"/>
              <a:gd name="connsiteX463" fmla="*/ 1535497 w 5851096"/>
              <a:gd name="connsiteY463" fmla="*/ 2125070 h 3089525"/>
              <a:gd name="connsiteX464" fmla="*/ 2257491 w 5851096"/>
              <a:gd name="connsiteY464" fmla="*/ 1412593 h 3089525"/>
              <a:gd name="connsiteX465" fmla="*/ 2257613 w 5851096"/>
              <a:gd name="connsiteY465" fmla="*/ 1411413 h 3089525"/>
              <a:gd name="connsiteX466" fmla="*/ 2274574 w 5851096"/>
              <a:gd name="connsiteY466" fmla="*/ 1409831 h 3089525"/>
              <a:gd name="connsiteX467" fmla="*/ 2374437 w 5851096"/>
              <a:gd name="connsiteY467" fmla="*/ 1400511 h 3089525"/>
              <a:gd name="connsiteX468" fmla="*/ 2392313 w 5851096"/>
              <a:gd name="connsiteY468" fmla="*/ 1398843 h 3089525"/>
              <a:gd name="connsiteX469" fmla="*/ 2392341 w 5851096"/>
              <a:gd name="connsiteY469" fmla="*/ 1399351 h 3089525"/>
              <a:gd name="connsiteX470" fmla="*/ 2392861 w 5851096"/>
              <a:gd name="connsiteY470" fmla="*/ 1399317 h 3089525"/>
              <a:gd name="connsiteX471" fmla="*/ 2393483 w 5851096"/>
              <a:gd name="connsiteY471" fmla="*/ 1411078 h 3089525"/>
              <a:gd name="connsiteX472" fmla="*/ 2392048 w 5851096"/>
              <a:gd name="connsiteY472" fmla="*/ 1428529 h 3089525"/>
              <a:gd name="connsiteX473" fmla="*/ 2384237 w 5851096"/>
              <a:gd name="connsiteY473" fmla="*/ 1523599 h 3089525"/>
              <a:gd name="connsiteX474" fmla="*/ 2383674 w 5851096"/>
              <a:gd name="connsiteY474" fmla="*/ 1530463 h 3089525"/>
              <a:gd name="connsiteX475" fmla="*/ 2383145 w 5851096"/>
              <a:gd name="connsiteY475" fmla="*/ 1530527 h 3089525"/>
              <a:gd name="connsiteX476" fmla="*/ 1661151 w 5851096"/>
              <a:gd name="connsiteY476" fmla="*/ 2243004 h 3089525"/>
              <a:gd name="connsiteX477" fmla="*/ 1661030 w 5851096"/>
              <a:gd name="connsiteY477" fmla="*/ 2244184 h 3089525"/>
              <a:gd name="connsiteX478" fmla="*/ 1644066 w 5851096"/>
              <a:gd name="connsiteY478" fmla="*/ 2245767 h 3089525"/>
              <a:gd name="connsiteX479" fmla="*/ 1544238 w 5851096"/>
              <a:gd name="connsiteY479" fmla="*/ 2255084 h 3089525"/>
              <a:gd name="connsiteX480" fmla="*/ 1526331 w 5851096"/>
              <a:gd name="connsiteY480" fmla="*/ 2256755 h 3089525"/>
              <a:gd name="connsiteX481" fmla="*/ 1526304 w 5851096"/>
              <a:gd name="connsiteY481" fmla="*/ 2256246 h 3089525"/>
              <a:gd name="connsiteX482" fmla="*/ 1525782 w 5851096"/>
              <a:gd name="connsiteY482" fmla="*/ 2256280 h 3089525"/>
              <a:gd name="connsiteX483" fmla="*/ 1525161 w 5851096"/>
              <a:gd name="connsiteY483" fmla="*/ 2244520 h 3089525"/>
              <a:gd name="connsiteX484" fmla="*/ 785360 w 5851096"/>
              <a:gd name="connsiteY484" fmla="*/ 1223782 h 3089525"/>
              <a:gd name="connsiteX485" fmla="*/ 1353724 w 5851096"/>
              <a:gd name="connsiteY485" fmla="*/ 659222 h 3089525"/>
              <a:gd name="connsiteX486" fmla="*/ 785360 w 5851096"/>
              <a:gd name="connsiteY486" fmla="*/ 1223782 h 3089525"/>
              <a:gd name="connsiteX487" fmla="*/ 785360 w 5851096"/>
              <a:gd name="connsiteY487" fmla="*/ 1547735 h 3089525"/>
              <a:gd name="connsiteX488" fmla="*/ 1353724 w 5851096"/>
              <a:gd name="connsiteY488" fmla="*/ 2107862 h 3089525"/>
              <a:gd name="connsiteX489" fmla="*/ 785360 w 5851096"/>
              <a:gd name="connsiteY489" fmla="*/ 1547735 h 3089525"/>
              <a:gd name="connsiteX490" fmla="*/ 785360 w 5851096"/>
              <a:gd name="connsiteY490" fmla="*/ 2982001 h 3089525"/>
              <a:gd name="connsiteX491" fmla="*/ 1353724 w 5851096"/>
              <a:gd name="connsiteY491" fmla="*/ 2417442 h 3089525"/>
              <a:gd name="connsiteX492" fmla="*/ 785360 w 5851096"/>
              <a:gd name="connsiteY492" fmla="*/ 2982001 h 3089525"/>
              <a:gd name="connsiteX493" fmla="*/ 715762 w 5851096"/>
              <a:gd name="connsiteY493" fmla="*/ 0 h 3089525"/>
              <a:gd name="connsiteX494" fmla="*/ 871255 w 5851096"/>
              <a:gd name="connsiteY494" fmla="*/ 0 h 3089525"/>
              <a:gd name="connsiteX495" fmla="*/ 894508 w 5851096"/>
              <a:gd name="connsiteY495" fmla="*/ 45955 h 3089525"/>
              <a:gd name="connsiteX496" fmla="*/ 1353724 w 5851096"/>
              <a:gd name="connsiteY496" fmla="*/ 349642 h 3089525"/>
              <a:gd name="connsiteX497" fmla="*/ 1234983 w 5851096"/>
              <a:gd name="connsiteY497" fmla="*/ 79433 h 3089525"/>
              <a:gd name="connsiteX498" fmla="*/ 1163608 w 5851096"/>
              <a:gd name="connsiteY498" fmla="*/ 0 h 3089525"/>
              <a:gd name="connsiteX499" fmla="*/ 1339748 w 5851096"/>
              <a:gd name="connsiteY499" fmla="*/ 0 h 3089525"/>
              <a:gd name="connsiteX500" fmla="*/ 1405271 w 5851096"/>
              <a:gd name="connsiteY500" fmla="*/ 100280 h 3089525"/>
              <a:gd name="connsiteX501" fmla="*/ 1493366 w 5851096"/>
              <a:gd name="connsiteY501" fmla="*/ 366850 h 3089525"/>
              <a:gd name="connsiteX502" fmla="*/ 1493895 w 5851096"/>
              <a:gd name="connsiteY502" fmla="*/ 366914 h 3089525"/>
              <a:gd name="connsiteX503" fmla="*/ 1494460 w 5851096"/>
              <a:gd name="connsiteY503" fmla="*/ 373792 h 3089525"/>
              <a:gd name="connsiteX504" fmla="*/ 1502268 w 5851096"/>
              <a:gd name="connsiteY504" fmla="*/ 468842 h 3089525"/>
              <a:gd name="connsiteX505" fmla="*/ 1503703 w 5851096"/>
              <a:gd name="connsiteY505" fmla="*/ 486299 h 3089525"/>
              <a:gd name="connsiteX506" fmla="*/ 1503082 w 5851096"/>
              <a:gd name="connsiteY506" fmla="*/ 498061 h 3089525"/>
              <a:gd name="connsiteX507" fmla="*/ 1502560 w 5851096"/>
              <a:gd name="connsiteY507" fmla="*/ 498027 h 3089525"/>
              <a:gd name="connsiteX508" fmla="*/ 1502533 w 5851096"/>
              <a:gd name="connsiteY508" fmla="*/ 498535 h 3089525"/>
              <a:gd name="connsiteX509" fmla="*/ 1484625 w 5851096"/>
              <a:gd name="connsiteY509" fmla="*/ 496864 h 3089525"/>
              <a:gd name="connsiteX510" fmla="*/ 1384798 w 5851096"/>
              <a:gd name="connsiteY510" fmla="*/ 487548 h 3089525"/>
              <a:gd name="connsiteX511" fmla="*/ 1367833 w 5851096"/>
              <a:gd name="connsiteY511" fmla="*/ 485964 h 3089525"/>
              <a:gd name="connsiteX512" fmla="*/ 1367712 w 5851096"/>
              <a:gd name="connsiteY512" fmla="*/ 484784 h 3089525"/>
              <a:gd name="connsiteX513" fmla="*/ 769992 w 5851096"/>
              <a:gd name="connsiteY513" fmla="*/ 99096 h 3089525"/>
              <a:gd name="connsiteX514" fmla="*/ 637843 w 5851096"/>
              <a:gd name="connsiteY514" fmla="*/ 3089525 h 3089525"/>
              <a:gd name="connsiteX515" fmla="*/ 644623 w 5851096"/>
              <a:gd name="connsiteY515" fmla="*/ 3006343 h 3089525"/>
              <a:gd name="connsiteX516" fmla="*/ 645189 w 5851096"/>
              <a:gd name="connsiteY516" fmla="*/ 2999411 h 3089525"/>
              <a:gd name="connsiteX517" fmla="*/ 645717 w 5851096"/>
              <a:gd name="connsiteY517" fmla="*/ 2999346 h 3089525"/>
              <a:gd name="connsiteX518" fmla="*/ 1367711 w 5851096"/>
              <a:gd name="connsiteY518" fmla="*/ 2281230 h 3089525"/>
              <a:gd name="connsiteX519" fmla="*/ 1367833 w 5851096"/>
              <a:gd name="connsiteY519" fmla="*/ 2280040 h 3089525"/>
              <a:gd name="connsiteX520" fmla="*/ 1384794 w 5851096"/>
              <a:gd name="connsiteY520" fmla="*/ 2278445 h 3089525"/>
              <a:gd name="connsiteX521" fmla="*/ 1484657 w 5851096"/>
              <a:gd name="connsiteY521" fmla="*/ 2269052 h 3089525"/>
              <a:gd name="connsiteX522" fmla="*/ 1502533 w 5851096"/>
              <a:gd name="connsiteY522" fmla="*/ 2267371 h 3089525"/>
              <a:gd name="connsiteX523" fmla="*/ 1502560 w 5851096"/>
              <a:gd name="connsiteY523" fmla="*/ 2267882 h 3089525"/>
              <a:gd name="connsiteX524" fmla="*/ 1503081 w 5851096"/>
              <a:gd name="connsiteY524" fmla="*/ 2267848 h 3089525"/>
              <a:gd name="connsiteX525" fmla="*/ 1503703 w 5851096"/>
              <a:gd name="connsiteY525" fmla="*/ 2279702 h 3089525"/>
              <a:gd name="connsiteX526" fmla="*/ 1502268 w 5851096"/>
              <a:gd name="connsiteY526" fmla="*/ 2297292 h 3089525"/>
              <a:gd name="connsiteX527" fmla="*/ 1494457 w 5851096"/>
              <a:gd name="connsiteY527" fmla="*/ 2393114 h 3089525"/>
              <a:gd name="connsiteX528" fmla="*/ 1493894 w 5851096"/>
              <a:gd name="connsiteY528" fmla="*/ 2400032 h 3089525"/>
              <a:gd name="connsiteX529" fmla="*/ 1493365 w 5851096"/>
              <a:gd name="connsiteY529" fmla="*/ 2400097 h 3089525"/>
              <a:gd name="connsiteX530" fmla="*/ 908018 w 5851096"/>
              <a:gd name="connsiteY530" fmla="*/ 3084683 h 3089525"/>
              <a:gd name="connsiteX531" fmla="*/ 888285 w 5851096"/>
              <a:gd name="connsiteY531" fmla="*/ 3089525 h 3089525"/>
              <a:gd name="connsiteX532" fmla="*/ 635382 w 5851096"/>
              <a:gd name="connsiteY532" fmla="*/ 1361522 h 3089525"/>
              <a:gd name="connsiteX533" fmla="*/ 636815 w 5851096"/>
              <a:gd name="connsiteY533" fmla="*/ 1343926 h 3089525"/>
              <a:gd name="connsiteX534" fmla="*/ 644623 w 5851096"/>
              <a:gd name="connsiteY534" fmla="*/ 1248124 h 3089525"/>
              <a:gd name="connsiteX535" fmla="*/ 645189 w 5851096"/>
              <a:gd name="connsiteY535" fmla="*/ 1241192 h 3089525"/>
              <a:gd name="connsiteX536" fmla="*/ 645717 w 5851096"/>
              <a:gd name="connsiteY536" fmla="*/ 1241127 h 3089525"/>
              <a:gd name="connsiteX537" fmla="*/ 1367711 w 5851096"/>
              <a:gd name="connsiteY537" fmla="*/ 523010 h 3089525"/>
              <a:gd name="connsiteX538" fmla="*/ 1367833 w 5851096"/>
              <a:gd name="connsiteY538" fmla="*/ 521820 h 3089525"/>
              <a:gd name="connsiteX539" fmla="*/ 1384794 w 5851096"/>
              <a:gd name="connsiteY539" fmla="*/ 520226 h 3089525"/>
              <a:gd name="connsiteX540" fmla="*/ 1484657 w 5851096"/>
              <a:gd name="connsiteY540" fmla="*/ 510833 h 3089525"/>
              <a:gd name="connsiteX541" fmla="*/ 1502533 w 5851096"/>
              <a:gd name="connsiteY541" fmla="*/ 509151 h 3089525"/>
              <a:gd name="connsiteX542" fmla="*/ 1502560 w 5851096"/>
              <a:gd name="connsiteY542" fmla="*/ 509663 h 3089525"/>
              <a:gd name="connsiteX543" fmla="*/ 1503081 w 5851096"/>
              <a:gd name="connsiteY543" fmla="*/ 509629 h 3089525"/>
              <a:gd name="connsiteX544" fmla="*/ 1503703 w 5851096"/>
              <a:gd name="connsiteY544" fmla="*/ 521483 h 3089525"/>
              <a:gd name="connsiteX545" fmla="*/ 1502268 w 5851096"/>
              <a:gd name="connsiteY545" fmla="*/ 539073 h 3089525"/>
              <a:gd name="connsiteX546" fmla="*/ 1494457 w 5851096"/>
              <a:gd name="connsiteY546" fmla="*/ 634895 h 3089525"/>
              <a:gd name="connsiteX547" fmla="*/ 1493894 w 5851096"/>
              <a:gd name="connsiteY547" fmla="*/ 641812 h 3089525"/>
              <a:gd name="connsiteX548" fmla="*/ 1493365 w 5851096"/>
              <a:gd name="connsiteY548" fmla="*/ 641878 h 3089525"/>
              <a:gd name="connsiteX549" fmla="*/ 771371 w 5851096"/>
              <a:gd name="connsiteY549" fmla="*/ 1359994 h 3089525"/>
              <a:gd name="connsiteX550" fmla="*/ 771250 w 5851096"/>
              <a:gd name="connsiteY550" fmla="*/ 1361184 h 3089525"/>
              <a:gd name="connsiteX551" fmla="*/ 754286 w 5851096"/>
              <a:gd name="connsiteY551" fmla="*/ 1362780 h 3089525"/>
              <a:gd name="connsiteX552" fmla="*/ 654458 w 5851096"/>
              <a:gd name="connsiteY552" fmla="*/ 1372169 h 3089525"/>
              <a:gd name="connsiteX553" fmla="*/ 636551 w 5851096"/>
              <a:gd name="connsiteY553" fmla="*/ 1373854 h 3089525"/>
              <a:gd name="connsiteX554" fmla="*/ 636524 w 5851096"/>
              <a:gd name="connsiteY554" fmla="*/ 1373341 h 3089525"/>
              <a:gd name="connsiteX555" fmla="*/ 636002 w 5851096"/>
              <a:gd name="connsiteY555" fmla="*/ 1373376 h 3089525"/>
              <a:gd name="connsiteX556" fmla="*/ 635382 w 5851096"/>
              <a:gd name="connsiteY556" fmla="*/ 1361522 h 3089525"/>
              <a:gd name="connsiteX557" fmla="*/ 635382 w 5851096"/>
              <a:gd name="connsiteY557" fmla="*/ 1411078 h 3089525"/>
              <a:gd name="connsiteX558" fmla="*/ 636003 w 5851096"/>
              <a:gd name="connsiteY558" fmla="*/ 1399317 h 3089525"/>
              <a:gd name="connsiteX559" fmla="*/ 636524 w 5851096"/>
              <a:gd name="connsiteY559" fmla="*/ 1399351 h 3089525"/>
              <a:gd name="connsiteX560" fmla="*/ 636551 w 5851096"/>
              <a:gd name="connsiteY560" fmla="*/ 1398843 h 3089525"/>
              <a:gd name="connsiteX561" fmla="*/ 654426 w 5851096"/>
              <a:gd name="connsiteY561" fmla="*/ 1400511 h 3089525"/>
              <a:gd name="connsiteX562" fmla="*/ 754290 w 5851096"/>
              <a:gd name="connsiteY562" fmla="*/ 1409831 h 3089525"/>
              <a:gd name="connsiteX563" fmla="*/ 771250 w 5851096"/>
              <a:gd name="connsiteY563" fmla="*/ 1411413 h 3089525"/>
              <a:gd name="connsiteX564" fmla="*/ 771372 w 5851096"/>
              <a:gd name="connsiteY564" fmla="*/ 1412593 h 3089525"/>
              <a:gd name="connsiteX565" fmla="*/ 1493366 w 5851096"/>
              <a:gd name="connsiteY565" fmla="*/ 2125070 h 3089525"/>
              <a:gd name="connsiteX566" fmla="*/ 1493895 w 5851096"/>
              <a:gd name="connsiteY566" fmla="*/ 2125135 h 3089525"/>
              <a:gd name="connsiteX567" fmla="*/ 1494460 w 5851096"/>
              <a:gd name="connsiteY567" fmla="*/ 2132012 h 3089525"/>
              <a:gd name="connsiteX568" fmla="*/ 1502268 w 5851096"/>
              <a:gd name="connsiteY568" fmla="*/ 2227062 h 3089525"/>
              <a:gd name="connsiteX569" fmla="*/ 1503703 w 5851096"/>
              <a:gd name="connsiteY569" fmla="*/ 2244520 h 3089525"/>
              <a:gd name="connsiteX570" fmla="*/ 1503082 w 5851096"/>
              <a:gd name="connsiteY570" fmla="*/ 2256280 h 3089525"/>
              <a:gd name="connsiteX571" fmla="*/ 1502560 w 5851096"/>
              <a:gd name="connsiteY571" fmla="*/ 2256246 h 3089525"/>
              <a:gd name="connsiteX572" fmla="*/ 1502533 w 5851096"/>
              <a:gd name="connsiteY572" fmla="*/ 2256755 h 3089525"/>
              <a:gd name="connsiteX573" fmla="*/ 1484625 w 5851096"/>
              <a:gd name="connsiteY573" fmla="*/ 2255084 h 3089525"/>
              <a:gd name="connsiteX574" fmla="*/ 1384798 w 5851096"/>
              <a:gd name="connsiteY574" fmla="*/ 2245767 h 3089525"/>
              <a:gd name="connsiteX575" fmla="*/ 1367833 w 5851096"/>
              <a:gd name="connsiteY575" fmla="*/ 2244184 h 3089525"/>
              <a:gd name="connsiteX576" fmla="*/ 1367712 w 5851096"/>
              <a:gd name="connsiteY576" fmla="*/ 2243004 h 3089525"/>
              <a:gd name="connsiteX577" fmla="*/ 645718 w 5851096"/>
              <a:gd name="connsiteY577" fmla="*/ 1530527 h 3089525"/>
              <a:gd name="connsiteX578" fmla="*/ 645190 w 5851096"/>
              <a:gd name="connsiteY578" fmla="*/ 1530463 h 3089525"/>
              <a:gd name="connsiteX579" fmla="*/ 644626 w 5851096"/>
              <a:gd name="connsiteY579" fmla="*/ 1523599 h 3089525"/>
              <a:gd name="connsiteX580" fmla="*/ 636815 w 5851096"/>
              <a:gd name="connsiteY580" fmla="*/ 1428529 h 3089525"/>
              <a:gd name="connsiteX581" fmla="*/ 635382 w 5851096"/>
              <a:gd name="connsiteY581" fmla="*/ 1411078 h 3089525"/>
              <a:gd name="connsiteX582" fmla="*/ 0 w 5851096"/>
              <a:gd name="connsiteY582" fmla="*/ 120584 h 3089525"/>
              <a:gd name="connsiteX583" fmla="*/ 0 w 5851096"/>
              <a:gd name="connsiteY583" fmla="*/ 0 h 3089525"/>
              <a:gd name="connsiteX584" fmla="*/ 95071 w 5851096"/>
              <a:gd name="connsiteY584" fmla="*/ 0 h 3089525"/>
              <a:gd name="connsiteX585" fmla="*/ 23697 w 5851096"/>
              <a:gd name="connsiteY585" fmla="*/ 79433 h 3089525"/>
              <a:gd name="connsiteX586" fmla="*/ 0 w 5851096"/>
              <a:gd name="connsiteY586" fmla="*/ 459154 h 3089525"/>
              <a:gd name="connsiteX587" fmla="*/ 0 w 5851096"/>
              <a:gd name="connsiteY587" fmla="*/ 322913 h 3089525"/>
              <a:gd name="connsiteX588" fmla="*/ 85961 w 5851096"/>
              <a:gd name="connsiteY588" fmla="*/ 286715 h 3089525"/>
              <a:gd name="connsiteX589" fmla="*/ 364172 w 5851096"/>
              <a:gd name="connsiteY589" fmla="*/ 45955 h 3089525"/>
              <a:gd name="connsiteX590" fmla="*/ 387426 w 5851096"/>
              <a:gd name="connsiteY590" fmla="*/ 0 h 3089525"/>
              <a:gd name="connsiteX591" fmla="*/ 542918 w 5851096"/>
              <a:gd name="connsiteY591" fmla="*/ 0 h 3089525"/>
              <a:gd name="connsiteX592" fmla="*/ 488688 w 5851096"/>
              <a:gd name="connsiteY592" fmla="*/ 99096 h 3089525"/>
              <a:gd name="connsiteX593" fmla="*/ 13938 w 5851096"/>
              <a:gd name="connsiteY593" fmla="*/ 455878 h 3089525"/>
              <a:gd name="connsiteX594" fmla="*/ 0 w 5851096"/>
              <a:gd name="connsiteY594" fmla="*/ 1108862 h 3089525"/>
              <a:gd name="connsiteX595" fmla="*/ 0 w 5851096"/>
              <a:gd name="connsiteY595" fmla="*/ 893255 h 3089525"/>
              <a:gd name="connsiteX596" fmla="*/ 33376 w 5851096"/>
              <a:gd name="connsiteY596" fmla="*/ 945052 h 3089525"/>
              <a:gd name="connsiteX597" fmla="*/ 473320 w 5851096"/>
              <a:gd name="connsiteY597" fmla="*/ 1223782 h 3089525"/>
              <a:gd name="connsiteX598" fmla="*/ 9746 w 5851096"/>
              <a:gd name="connsiteY598" fmla="*/ 689563 h 3089525"/>
              <a:gd name="connsiteX599" fmla="*/ 0 w 5851096"/>
              <a:gd name="connsiteY599" fmla="*/ 686740 h 3089525"/>
              <a:gd name="connsiteX600" fmla="*/ 0 w 5851096"/>
              <a:gd name="connsiteY600" fmla="*/ 549764 h 3089525"/>
              <a:gd name="connsiteX601" fmla="*/ 27617 w 5851096"/>
              <a:gd name="connsiteY601" fmla="*/ 556541 h 3089525"/>
              <a:gd name="connsiteX602" fmla="*/ 612962 w 5851096"/>
              <a:gd name="connsiteY602" fmla="*/ 1241127 h 3089525"/>
              <a:gd name="connsiteX603" fmla="*/ 613492 w 5851096"/>
              <a:gd name="connsiteY603" fmla="*/ 1241192 h 3089525"/>
              <a:gd name="connsiteX604" fmla="*/ 614057 w 5851096"/>
              <a:gd name="connsiteY604" fmla="*/ 1248124 h 3089525"/>
              <a:gd name="connsiteX605" fmla="*/ 621865 w 5851096"/>
              <a:gd name="connsiteY605" fmla="*/ 1343926 h 3089525"/>
              <a:gd name="connsiteX606" fmla="*/ 623299 w 5851096"/>
              <a:gd name="connsiteY606" fmla="*/ 1361522 h 3089525"/>
              <a:gd name="connsiteX607" fmla="*/ 622679 w 5851096"/>
              <a:gd name="connsiteY607" fmla="*/ 1373376 h 3089525"/>
              <a:gd name="connsiteX608" fmla="*/ 622157 w 5851096"/>
              <a:gd name="connsiteY608" fmla="*/ 1373341 h 3089525"/>
              <a:gd name="connsiteX609" fmla="*/ 622129 w 5851096"/>
              <a:gd name="connsiteY609" fmla="*/ 1373854 h 3089525"/>
              <a:gd name="connsiteX610" fmla="*/ 604221 w 5851096"/>
              <a:gd name="connsiteY610" fmla="*/ 1372169 h 3089525"/>
              <a:gd name="connsiteX611" fmla="*/ 504394 w 5851096"/>
              <a:gd name="connsiteY611" fmla="*/ 1362780 h 3089525"/>
              <a:gd name="connsiteX612" fmla="*/ 487429 w 5851096"/>
              <a:gd name="connsiteY612" fmla="*/ 1361184 h 3089525"/>
              <a:gd name="connsiteX613" fmla="*/ 487308 w 5851096"/>
              <a:gd name="connsiteY613" fmla="*/ 1359994 h 3089525"/>
              <a:gd name="connsiteX614" fmla="*/ 5260 w 5851096"/>
              <a:gd name="connsiteY614" fmla="*/ 1114967 h 3089525"/>
              <a:gd name="connsiteX615" fmla="*/ 0 w 5851096"/>
              <a:gd name="connsiteY615" fmla="*/ 2216459 h 3089525"/>
              <a:gd name="connsiteX616" fmla="*/ 0 w 5851096"/>
              <a:gd name="connsiteY616" fmla="*/ 2080559 h 3089525"/>
              <a:gd name="connsiteX617" fmla="*/ 9744 w 5851096"/>
              <a:gd name="connsiteY617" fmla="*/ 2077760 h 3089525"/>
              <a:gd name="connsiteX618" fmla="*/ 473318 w 5851096"/>
              <a:gd name="connsiteY618" fmla="*/ 1547735 h 3089525"/>
              <a:gd name="connsiteX619" fmla="*/ 33374 w 5851096"/>
              <a:gd name="connsiteY619" fmla="*/ 1824276 h 3089525"/>
              <a:gd name="connsiteX620" fmla="*/ 0 w 5851096"/>
              <a:gd name="connsiteY620" fmla="*/ 1875663 h 3089525"/>
              <a:gd name="connsiteX621" fmla="*/ 0 w 5851096"/>
              <a:gd name="connsiteY621" fmla="*/ 1661750 h 3089525"/>
              <a:gd name="connsiteX622" fmla="*/ 5257 w 5851096"/>
              <a:gd name="connsiteY622" fmla="*/ 1655695 h 3089525"/>
              <a:gd name="connsiteX623" fmla="*/ 487305 w 5851096"/>
              <a:gd name="connsiteY623" fmla="*/ 1412593 h 3089525"/>
              <a:gd name="connsiteX624" fmla="*/ 487427 w 5851096"/>
              <a:gd name="connsiteY624" fmla="*/ 1411413 h 3089525"/>
              <a:gd name="connsiteX625" fmla="*/ 504388 w 5851096"/>
              <a:gd name="connsiteY625" fmla="*/ 1409831 h 3089525"/>
              <a:gd name="connsiteX626" fmla="*/ 604251 w 5851096"/>
              <a:gd name="connsiteY626" fmla="*/ 1400511 h 3089525"/>
              <a:gd name="connsiteX627" fmla="*/ 622127 w 5851096"/>
              <a:gd name="connsiteY627" fmla="*/ 1398843 h 3089525"/>
              <a:gd name="connsiteX628" fmla="*/ 622154 w 5851096"/>
              <a:gd name="connsiteY628" fmla="*/ 1399351 h 3089525"/>
              <a:gd name="connsiteX629" fmla="*/ 622675 w 5851096"/>
              <a:gd name="connsiteY629" fmla="*/ 1399317 h 3089525"/>
              <a:gd name="connsiteX630" fmla="*/ 623297 w 5851096"/>
              <a:gd name="connsiteY630" fmla="*/ 1411078 h 3089525"/>
              <a:gd name="connsiteX631" fmla="*/ 621863 w 5851096"/>
              <a:gd name="connsiteY631" fmla="*/ 1428529 h 3089525"/>
              <a:gd name="connsiteX632" fmla="*/ 614051 w 5851096"/>
              <a:gd name="connsiteY632" fmla="*/ 1523599 h 3089525"/>
              <a:gd name="connsiteX633" fmla="*/ 613488 w 5851096"/>
              <a:gd name="connsiteY633" fmla="*/ 1530463 h 3089525"/>
              <a:gd name="connsiteX634" fmla="*/ 612959 w 5851096"/>
              <a:gd name="connsiteY634" fmla="*/ 1530527 h 3089525"/>
              <a:gd name="connsiteX635" fmla="*/ 27613 w 5851096"/>
              <a:gd name="connsiteY635" fmla="*/ 2209736 h 3089525"/>
              <a:gd name="connsiteX636" fmla="*/ 0 w 5851096"/>
              <a:gd name="connsiteY636" fmla="*/ 2867081 h 3089525"/>
              <a:gd name="connsiteX637" fmla="*/ 0 w 5851096"/>
              <a:gd name="connsiteY637" fmla="*/ 2651475 h 3089525"/>
              <a:gd name="connsiteX638" fmla="*/ 33376 w 5851096"/>
              <a:gd name="connsiteY638" fmla="*/ 2703272 h 3089525"/>
              <a:gd name="connsiteX639" fmla="*/ 473320 w 5851096"/>
              <a:gd name="connsiteY639" fmla="*/ 2982001 h 3089525"/>
              <a:gd name="connsiteX640" fmla="*/ 9746 w 5851096"/>
              <a:gd name="connsiteY640" fmla="*/ 2447782 h 3089525"/>
              <a:gd name="connsiteX641" fmla="*/ 0 w 5851096"/>
              <a:gd name="connsiteY641" fmla="*/ 2444960 h 3089525"/>
              <a:gd name="connsiteX642" fmla="*/ 0 w 5851096"/>
              <a:gd name="connsiteY642" fmla="*/ 2307984 h 3089525"/>
              <a:gd name="connsiteX643" fmla="*/ 27617 w 5851096"/>
              <a:gd name="connsiteY643" fmla="*/ 2314760 h 3089525"/>
              <a:gd name="connsiteX644" fmla="*/ 612962 w 5851096"/>
              <a:gd name="connsiteY644" fmla="*/ 2999346 h 3089525"/>
              <a:gd name="connsiteX645" fmla="*/ 613492 w 5851096"/>
              <a:gd name="connsiteY645" fmla="*/ 2999411 h 3089525"/>
              <a:gd name="connsiteX646" fmla="*/ 614056 w 5851096"/>
              <a:gd name="connsiteY646" fmla="*/ 3006343 h 3089525"/>
              <a:gd name="connsiteX647" fmla="*/ 620836 w 5851096"/>
              <a:gd name="connsiteY647" fmla="*/ 3089525 h 3089525"/>
              <a:gd name="connsiteX648" fmla="*/ 370396 w 5851096"/>
              <a:gd name="connsiteY648" fmla="*/ 3089525 h 3089525"/>
              <a:gd name="connsiteX649" fmla="*/ 350661 w 5851096"/>
              <a:gd name="connsiteY649" fmla="*/ 3084682 h 3089525"/>
              <a:gd name="connsiteX650" fmla="*/ 5260 w 5851096"/>
              <a:gd name="connsiteY650" fmla="*/ 2873187 h 308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Lst>
            <a:rect l="l" t="t" r="r" b="b"/>
            <a:pathLst>
              <a:path w="5851096" h="3089525">
                <a:moveTo>
                  <a:pt x="5215514" y="659222"/>
                </a:moveTo>
                <a:cubicBezTo>
                  <a:pt x="5271247" y="939930"/>
                  <a:pt x="5495997" y="1162499"/>
                  <a:pt x="5783878" y="1223782"/>
                </a:cubicBezTo>
                <a:cubicBezTo>
                  <a:pt x="5728146" y="943074"/>
                  <a:pt x="5503395" y="720505"/>
                  <a:pt x="5215514" y="659222"/>
                </a:cubicBezTo>
                <a:close/>
                <a:moveTo>
                  <a:pt x="5215514" y="2417442"/>
                </a:moveTo>
                <a:cubicBezTo>
                  <a:pt x="5271247" y="2698150"/>
                  <a:pt x="5495997" y="2920718"/>
                  <a:pt x="5783878" y="2982001"/>
                </a:cubicBezTo>
                <a:cubicBezTo>
                  <a:pt x="5728146" y="2701294"/>
                  <a:pt x="5503395" y="2478725"/>
                  <a:pt x="5215514" y="2417442"/>
                </a:cubicBezTo>
                <a:close/>
                <a:moveTo>
                  <a:pt x="5215512" y="2107862"/>
                </a:moveTo>
                <a:cubicBezTo>
                  <a:pt x="5503392" y="2047060"/>
                  <a:pt x="5728143" y="1826239"/>
                  <a:pt x="5783876" y="1547735"/>
                </a:cubicBezTo>
                <a:cubicBezTo>
                  <a:pt x="5495995" y="1608537"/>
                  <a:pt x="5271244" y="1829358"/>
                  <a:pt x="5215512" y="2107862"/>
                </a:cubicBezTo>
                <a:close/>
                <a:moveTo>
                  <a:pt x="5065535" y="521483"/>
                </a:moveTo>
                <a:lnTo>
                  <a:pt x="5066157" y="509629"/>
                </a:lnTo>
                <a:lnTo>
                  <a:pt x="5066678" y="509663"/>
                </a:lnTo>
                <a:lnTo>
                  <a:pt x="5066705" y="509151"/>
                </a:lnTo>
                <a:lnTo>
                  <a:pt x="5084580" y="510833"/>
                </a:lnTo>
                <a:cubicBezTo>
                  <a:pt x="5118460" y="511379"/>
                  <a:pt x="5151823" y="514468"/>
                  <a:pt x="5184444" y="520226"/>
                </a:cubicBezTo>
                <a:cubicBezTo>
                  <a:pt x="5190277" y="519792"/>
                  <a:pt x="5195851" y="520774"/>
                  <a:pt x="5201405" y="521820"/>
                </a:cubicBezTo>
                <a:lnTo>
                  <a:pt x="5201527" y="523010"/>
                </a:lnTo>
                <a:cubicBezTo>
                  <a:pt x="5483077" y="569171"/>
                  <a:pt x="5718838" y="744362"/>
                  <a:pt x="5841311" y="983324"/>
                </a:cubicBezTo>
                <a:lnTo>
                  <a:pt x="5851096" y="1006985"/>
                </a:lnTo>
                <a:lnTo>
                  <a:pt x="5851096" y="1366179"/>
                </a:lnTo>
                <a:lnTo>
                  <a:pt x="5814952" y="1362779"/>
                </a:lnTo>
                <a:cubicBezTo>
                  <a:pt x="5809118" y="1363214"/>
                  <a:pt x="5803543" y="1362231"/>
                  <a:pt x="5797987" y="1361184"/>
                </a:cubicBezTo>
                <a:lnTo>
                  <a:pt x="5797866" y="1359994"/>
                </a:lnTo>
                <a:cubicBezTo>
                  <a:pt x="5422466" y="1298446"/>
                  <a:pt x="5128467" y="1007510"/>
                  <a:pt x="5075873" y="641878"/>
                </a:cubicBezTo>
                <a:cubicBezTo>
                  <a:pt x="5075697" y="641823"/>
                  <a:pt x="5075522" y="641817"/>
                  <a:pt x="5075344" y="641812"/>
                </a:cubicBezTo>
                <a:lnTo>
                  <a:pt x="5074781" y="634895"/>
                </a:lnTo>
                <a:cubicBezTo>
                  <a:pt x="5069489" y="603550"/>
                  <a:pt x="5066925" y="571542"/>
                  <a:pt x="5066970" y="539073"/>
                </a:cubicBezTo>
                <a:cubicBezTo>
                  <a:pt x="5065597" y="533241"/>
                  <a:pt x="5065535" y="527369"/>
                  <a:pt x="5065535" y="521483"/>
                </a:cubicBezTo>
                <a:close/>
                <a:moveTo>
                  <a:pt x="5065535" y="2279702"/>
                </a:moveTo>
                <a:lnTo>
                  <a:pt x="5066157" y="2267848"/>
                </a:lnTo>
                <a:lnTo>
                  <a:pt x="5066678" y="2267882"/>
                </a:lnTo>
                <a:lnTo>
                  <a:pt x="5066705" y="2267371"/>
                </a:lnTo>
                <a:lnTo>
                  <a:pt x="5084580" y="2269052"/>
                </a:lnTo>
                <a:cubicBezTo>
                  <a:pt x="5118460" y="2269598"/>
                  <a:pt x="5151823" y="2272687"/>
                  <a:pt x="5184444" y="2278445"/>
                </a:cubicBezTo>
                <a:cubicBezTo>
                  <a:pt x="5190277" y="2278011"/>
                  <a:pt x="5195851" y="2278993"/>
                  <a:pt x="5201405" y="2280040"/>
                </a:cubicBezTo>
                <a:lnTo>
                  <a:pt x="5201527" y="2281230"/>
                </a:lnTo>
                <a:cubicBezTo>
                  <a:pt x="5483077" y="2327390"/>
                  <a:pt x="5718838" y="2502582"/>
                  <a:pt x="5841311" y="2741544"/>
                </a:cubicBezTo>
                <a:lnTo>
                  <a:pt x="5851096" y="2765204"/>
                </a:lnTo>
                <a:lnTo>
                  <a:pt x="5851096" y="3089525"/>
                </a:lnTo>
                <a:lnTo>
                  <a:pt x="5680952" y="3089525"/>
                </a:lnTo>
                <a:lnTo>
                  <a:pt x="5661219" y="3084683"/>
                </a:lnTo>
                <a:cubicBezTo>
                  <a:pt x="5352738" y="2982764"/>
                  <a:pt x="5121893" y="2720025"/>
                  <a:pt x="5075873" y="2400097"/>
                </a:cubicBezTo>
                <a:cubicBezTo>
                  <a:pt x="5075697" y="2400042"/>
                  <a:pt x="5075522" y="2400037"/>
                  <a:pt x="5075344" y="2400032"/>
                </a:cubicBezTo>
                <a:lnTo>
                  <a:pt x="5074781" y="2393114"/>
                </a:lnTo>
                <a:cubicBezTo>
                  <a:pt x="5069489" y="2361770"/>
                  <a:pt x="5066925" y="2329761"/>
                  <a:pt x="5066970" y="2297292"/>
                </a:cubicBezTo>
                <a:cubicBezTo>
                  <a:pt x="5065597" y="2291461"/>
                  <a:pt x="5065535" y="2285589"/>
                  <a:pt x="5065535" y="2279702"/>
                </a:cubicBezTo>
                <a:close/>
                <a:moveTo>
                  <a:pt x="5065533" y="486299"/>
                </a:moveTo>
                <a:cubicBezTo>
                  <a:pt x="5065533" y="480458"/>
                  <a:pt x="5065595" y="474631"/>
                  <a:pt x="5066968" y="468842"/>
                </a:cubicBezTo>
                <a:cubicBezTo>
                  <a:pt x="5066923" y="436636"/>
                  <a:pt x="5069486" y="404884"/>
                  <a:pt x="5074776" y="373792"/>
                </a:cubicBezTo>
                <a:lnTo>
                  <a:pt x="5075341" y="366915"/>
                </a:lnTo>
                <a:cubicBezTo>
                  <a:pt x="5075518" y="366910"/>
                  <a:pt x="5075694" y="366905"/>
                  <a:pt x="5075869" y="366850"/>
                </a:cubicBezTo>
                <a:cubicBezTo>
                  <a:pt x="5089628" y="271960"/>
                  <a:pt x="5119903" y="182140"/>
                  <a:pt x="5163966" y="100280"/>
                </a:cubicBezTo>
                <a:lnTo>
                  <a:pt x="5229488" y="0"/>
                </a:lnTo>
                <a:lnTo>
                  <a:pt x="5405629" y="0"/>
                </a:lnTo>
                <a:lnTo>
                  <a:pt x="5334254" y="79433"/>
                </a:lnTo>
                <a:cubicBezTo>
                  <a:pt x="5276439" y="159050"/>
                  <a:pt x="5235311" y="250706"/>
                  <a:pt x="5215512" y="349642"/>
                </a:cubicBezTo>
                <a:cubicBezTo>
                  <a:pt x="5406992" y="309201"/>
                  <a:pt x="5570544" y="197965"/>
                  <a:pt x="5674730" y="45955"/>
                </a:cubicBezTo>
                <a:lnTo>
                  <a:pt x="5697983" y="0"/>
                </a:lnTo>
                <a:lnTo>
                  <a:pt x="5851096" y="0"/>
                </a:lnTo>
                <a:lnTo>
                  <a:pt x="5851096" y="4349"/>
                </a:lnTo>
                <a:lnTo>
                  <a:pt x="5799246" y="99096"/>
                </a:lnTo>
                <a:cubicBezTo>
                  <a:pt x="5669765" y="299632"/>
                  <a:pt x="5454064" y="443705"/>
                  <a:pt x="5201524" y="484784"/>
                </a:cubicBezTo>
                <a:lnTo>
                  <a:pt x="5201403" y="485964"/>
                </a:lnTo>
                <a:cubicBezTo>
                  <a:pt x="5195847" y="487004"/>
                  <a:pt x="5190272" y="487979"/>
                  <a:pt x="5184438" y="487548"/>
                </a:cubicBezTo>
                <a:cubicBezTo>
                  <a:pt x="5151829" y="493257"/>
                  <a:pt x="5118478" y="496322"/>
                  <a:pt x="5084610" y="496864"/>
                </a:cubicBezTo>
                <a:lnTo>
                  <a:pt x="5066703" y="498535"/>
                </a:lnTo>
                <a:lnTo>
                  <a:pt x="5066676" y="498027"/>
                </a:lnTo>
                <a:lnTo>
                  <a:pt x="5066154" y="498061"/>
                </a:lnTo>
                <a:cubicBezTo>
                  <a:pt x="5065562" y="494151"/>
                  <a:pt x="5065533" y="490228"/>
                  <a:pt x="5065533" y="486299"/>
                </a:cubicBezTo>
                <a:close/>
                <a:moveTo>
                  <a:pt x="5065533" y="2244520"/>
                </a:moveTo>
                <a:cubicBezTo>
                  <a:pt x="5065533" y="2238678"/>
                  <a:pt x="5065595" y="2232850"/>
                  <a:pt x="5066968" y="2227062"/>
                </a:cubicBezTo>
                <a:cubicBezTo>
                  <a:pt x="5066923" y="2194855"/>
                  <a:pt x="5069486" y="2163105"/>
                  <a:pt x="5074776" y="2132012"/>
                </a:cubicBezTo>
                <a:lnTo>
                  <a:pt x="5075341" y="2125135"/>
                </a:lnTo>
                <a:cubicBezTo>
                  <a:pt x="5075518" y="2125130"/>
                  <a:pt x="5075694" y="2125125"/>
                  <a:pt x="5075869" y="2125070"/>
                </a:cubicBezTo>
                <a:cubicBezTo>
                  <a:pt x="5128465" y="1762307"/>
                  <a:pt x="5422464" y="1473657"/>
                  <a:pt x="5797863" y="1412593"/>
                </a:cubicBezTo>
                <a:lnTo>
                  <a:pt x="5797985" y="1411413"/>
                </a:lnTo>
                <a:cubicBezTo>
                  <a:pt x="5803539" y="1410374"/>
                  <a:pt x="5809112" y="1409399"/>
                  <a:pt x="5814946" y="1409830"/>
                </a:cubicBezTo>
                <a:lnTo>
                  <a:pt x="5851096" y="1406457"/>
                </a:lnTo>
                <a:lnTo>
                  <a:pt x="5851096" y="1762823"/>
                </a:lnTo>
                <a:lnTo>
                  <a:pt x="5841309" y="1786304"/>
                </a:lnTo>
                <a:cubicBezTo>
                  <a:pt x="5718836" y="2023390"/>
                  <a:pt x="5483074" y="2197206"/>
                  <a:pt x="5201524" y="2243004"/>
                </a:cubicBezTo>
                <a:lnTo>
                  <a:pt x="5201403" y="2244184"/>
                </a:lnTo>
                <a:cubicBezTo>
                  <a:pt x="5195847" y="2245223"/>
                  <a:pt x="5190272" y="2246198"/>
                  <a:pt x="5184438" y="2245767"/>
                </a:cubicBezTo>
                <a:cubicBezTo>
                  <a:pt x="5151829" y="2251477"/>
                  <a:pt x="5118478" y="2254542"/>
                  <a:pt x="5084610" y="2255084"/>
                </a:cubicBezTo>
                <a:lnTo>
                  <a:pt x="5066703" y="2256755"/>
                </a:lnTo>
                <a:lnTo>
                  <a:pt x="5066676" y="2256246"/>
                </a:lnTo>
                <a:lnTo>
                  <a:pt x="5066154" y="2256280"/>
                </a:lnTo>
                <a:cubicBezTo>
                  <a:pt x="5065562" y="2252372"/>
                  <a:pt x="5065533" y="2248449"/>
                  <a:pt x="5065533" y="2244520"/>
                </a:cubicBezTo>
                <a:close/>
                <a:moveTo>
                  <a:pt x="4325732" y="1223782"/>
                </a:moveTo>
                <a:cubicBezTo>
                  <a:pt x="4613612" y="1162499"/>
                  <a:pt x="4838363" y="939930"/>
                  <a:pt x="4894096" y="659222"/>
                </a:cubicBezTo>
                <a:cubicBezTo>
                  <a:pt x="4606215" y="720505"/>
                  <a:pt x="4381464" y="943074"/>
                  <a:pt x="4325732" y="1223782"/>
                </a:cubicBezTo>
                <a:close/>
                <a:moveTo>
                  <a:pt x="4325732" y="1547735"/>
                </a:moveTo>
                <a:cubicBezTo>
                  <a:pt x="4381465" y="1826239"/>
                  <a:pt x="4606215" y="2047060"/>
                  <a:pt x="4894096" y="2107862"/>
                </a:cubicBezTo>
                <a:cubicBezTo>
                  <a:pt x="4838364" y="1829358"/>
                  <a:pt x="4613612" y="1608537"/>
                  <a:pt x="4325732" y="1547735"/>
                </a:cubicBezTo>
                <a:close/>
                <a:moveTo>
                  <a:pt x="4325732" y="2982001"/>
                </a:moveTo>
                <a:cubicBezTo>
                  <a:pt x="4613612" y="2920718"/>
                  <a:pt x="4838363" y="2698150"/>
                  <a:pt x="4894096" y="2417442"/>
                </a:cubicBezTo>
                <a:cubicBezTo>
                  <a:pt x="4606215" y="2478725"/>
                  <a:pt x="4381464" y="2701294"/>
                  <a:pt x="4325732" y="2982001"/>
                </a:cubicBezTo>
                <a:close/>
                <a:moveTo>
                  <a:pt x="4256134" y="0"/>
                </a:moveTo>
                <a:lnTo>
                  <a:pt x="4411625" y="0"/>
                </a:lnTo>
                <a:lnTo>
                  <a:pt x="4434878" y="45955"/>
                </a:lnTo>
                <a:cubicBezTo>
                  <a:pt x="4539065" y="197965"/>
                  <a:pt x="4702616" y="309201"/>
                  <a:pt x="4894096" y="349642"/>
                </a:cubicBezTo>
                <a:cubicBezTo>
                  <a:pt x="4874298" y="250706"/>
                  <a:pt x="4833170" y="159050"/>
                  <a:pt x="4775353" y="79433"/>
                </a:cubicBezTo>
                <a:lnTo>
                  <a:pt x="4703980" y="0"/>
                </a:lnTo>
                <a:lnTo>
                  <a:pt x="4880119" y="0"/>
                </a:lnTo>
                <a:lnTo>
                  <a:pt x="4945641" y="100280"/>
                </a:lnTo>
                <a:cubicBezTo>
                  <a:pt x="4989705" y="182140"/>
                  <a:pt x="5019980" y="271960"/>
                  <a:pt x="5033738" y="366850"/>
                </a:cubicBezTo>
                <a:cubicBezTo>
                  <a:pt x="5033914" y="366905"/>
                  <a:pt x="5034090" y="366910"/>
                  <a:pt x="5034267" y="366915"/>
                </a:cubicBezTo>
                <a:lnTo>
                  <a:pt x="5034832" y="373792"/>
                </a:lnTo>
                <a:cubicBezTo>
                  <a:pt x="5040122" y="404884"/>
                  <a:pt x="5042685" y="436636"/>
                  <a:pt x="5042640" y="468842"/>
                </a:cubicBezTo>
                <a:cubicBezTo>
                  <a:pt x="5044013" y="474631"/>
                  <a:pt x="5044074" y="480458"/>
                  <a:pt x="5044074" y="486299"/>
                </a:cubicBezTo>
                <a:cubicBezTo>
                  <a:pt x="5044074" y="490228"/>
                  <a:pt x="5044046" y="494151"/>
                  <a:pt x="5043454" y="498061"/>
                </a:cubicBezTo>
                <a:lnTo>
                  <a:pt x="5042932" y="498027"/>
                </a:lnTo>
                <a:lnTo>
                  <a:pt x="5042905" y="498535"/>
                </a:lnTo>
                <a:lnTo>
                  <a:pt x="5024997" y="496864"/>
                </a:lnTo>
                <a:cubicBezTo>
                  <a:pt x="4991129" y="496322"/>
                  <a:pt x="4957779" y="493257"/>
                  <a:pt x="4925170" y="487548"/>
                </a:cubicBezTo>
                <a:cubicBezTo>
                  <a:pt x="4919336" y="487979"/>
                  <a:pt x="4913761" y="487004"/>
                  <a:pt x="4908205" y="485964"/>
                </a:cubicBezTo>
                <a:lnTo>
                  <a:pt x="4908084" y="484784"/>
                </a:lnTo>
                <a:cubicBezTo>
                  <a:pt x="4655545" y="443705"/>
                  <a:pt x="4439844" y="299632"/>
                  <a:pt x="4310363" y="99096"/>
                </a:cubicBezTo>
                <a:close/>
                <a:moveTo>
                  <a:pt x="4178216" y="3089525"/>
                </a:moveTo>
                <a:lnTo>
                  <a:pt x="4184996" y="3006343"/>
                </a:lnTo>
                <a:lnTo>
                  <a:pt x="4185561" y="2999411"/>
                </a:lnTo>
                <a:cubicBezTo>
                  <a:pt x="4185737" y="2999406"/>
                  <a:pt x="4185914" y="2999401"/>
                  <a:pt x="4186090" y="2999346"/>
                </a:cubicBezTo>
                <a:cubicBezTo>
                  <a:pt x="4238685" y="2633713"/>
                  <a:pt x="4532684" y="2342777"/>
                  <a:pt x="4908083" y="2281230"/>
                </a:cubicBezTo>
                <a:lnTo>
                  <a:pt x="4908205" y="2280040"/>
                </a:lnTo>
                <a:cubicBezTo>
                  <a:pt x="4913759" y="2278993"/>
                  <a:pt x="4919332" y="2278011"/>
                  <a:pt x="4925166" y="2278445"/>
                </a:cubicBezTo>
                <a:cubicBezTo>
                  <a:pt x="4957787" y="2272687"/>
                  <a:pt x="4991150" y="2269598"/>
                  <a:pt x="5025030" y="2269052"/>
                </a:cubicBezTo>
                <a:lnTo>
                  <a:pt x="5042905" y="2267371"/>
                </a:lnTo>
                <a:lnTo>
                  <a:pt x="5042932" y="2267882"/>
                </a:lnTo>
                <a:lnTo>
                  <a:pt x="5043453" y="2267848"/>
                </a:lnTo>
                <a:lnTo>
                  <a:pt x="5044074" y="2279702"/>
                </a:lnTo>
                <a:cubicBezTo>
                  <a:pt x="5044074" y="2285589"/>
                  <a:pt x="5044013" y="2291461"/>
                  <a:pt x="5042640" y="2297292"/>
                </a:cubicBezTo>
                <a:cubicBezTo>
                  <a:pt x="5042685" y="2329761"/>
                  <a:pt x="5040121" y="2361770"/>
                  <a:pt x="5034829" y="2393114"/>
                </a:cubicBezTo>
                <a:lnTo>
                  <a:pt x="5034266" y="2400032"/>
                </a:lnTo>
                <a:cubicBezTo>
                  <a:pt x="5034088" y="2400037"/>
                  <a:pt x="5033912" y="2400042"/>
                  <a:pt x="5033737" y="2400097"/>
                </a:cubicBezTo>
                <a:cubicBezTo>
                  <a:pt x="4987717" y="2720025"/>
                  <a:pt x="4756872" y="2982764"/>
                  <a:pt x="4448391" y="3084683"/>
                </a:cubicBezTo>
                <a:lnTo>
                  <a:pt x="4428658" y="3089525"/>
                </a:lnTo>
                <a:close/>
                <a:moveTo>
                  <a:pt x="4175753" y="1361522"/>
                </a:moveTo>
                <a:cubicBezTo>
                  <a:pt x="4175753" y="1355634"/>
                  <a:pt x="4175815" y="1349760"/>
                  <a:pt x="4177187" y="1343926"/>
                </a:cubicBezTo>
                <a:cubicBezTo>
                  <a:pt x="4177144" y="1311465"/>
                  <a:pt x="4179705" y="1279462"/>
                  <a:pt x="4184996" y="1248124"/>
                </a:cubicBezTo>
                <a:lnTo>
                  <a:pt x="4185561" y="1241192"/>
                </a:lnTo>
                <a:cubicBezTo>
                  <a:pt x="4185737" y="1241187"/>
                  <a:pt x="4185914" y="1241182"/>
                  <a:pt x="4186090" y="1241127"/>
                </a:cubicBezTo>
                <a:cubicBezTo>
                  <a:pt x="4238685" y="875493"/>
                  <a:pt x="4532684" y="584557"/>
                  <a:pt x="4908083" y="523010"/>
                </a:cubicBezTo>
                <a:lnTo>
                  <a:pt x="4908205" y="521820"/>
                </a:lnTo>
                <a:cubicBezTo>
                  <a:pt x="4913759" y="520774"/>
                  <a:pt x="4919332" y="519792"/>
                  <a:pt x="4925166" y="520226"/>
                </a:cubicBezTo>
                <a:cubicBezTo>
                  <a:pt x="4957787" y="514468"/>
                  <a:pt x="4991150" y="511379"/>
                  <a:pt x="5025030" y="510833"/>
                </a:cubicBezTo>
                <a:lnTo>
                  <a:pt x="5042905" y="509151"/>
                </a:lnTo>
                <a:lnTo>
                  <a:pt x="5042932" y="509663"/>
                </a:lnTo>
                <a:lnTo>
                  <a:pt x="5043453" y="509629"/>
                </a:lnTo>
                <a:lnTo>
                  <a:pt x="5044074" y="521483"/>
                </a:lnTo>
                <a:cubicBezTo>
                  <a:pt x="5044074" y="527369"/>
                  <a:pt x="5044013" y="533241"/>
                  <a:pt x="5042640" y="539073"/>
                </a:cubicBezTo>
                <a:cubicBezTo>
                  <a:pt x="5042685" y="571542"/>
                  <a:pt x="5040121" y="603550"/>
                  <a:pt x="5034829" y="634895"/>
                </a:cubicBezTo>
                <a:lnTo>
                  <a:pt x="5034266" y="641812"/>
                </a:lnTo>
                <a:cubicBezTo>
                  <a:pt x="5034088" y="641817"/>
                  <a:pt x="5033912" y="641823"/>
                  <a:pt x="5033737" y="641878"/>
                </a:cubicBezTo>
                <a:cubicBezTo>
                  <a:pt x="4981143" y="1007510"/>
                  <a:pt x="4687144" y="1298446"/>
                  <a:pt x="4311744" y="1359994"/>
                </a:cubicBezTo>
                <a:lnTo>
                  <a:pt x="4311623" y="1361184"/>
                </a:lnTo>
                <a:cubicBezTo>
                  <a:pt x="4306067" y="1362231"/>
                  <a:pt x="4300492" y="1363214"/>
                  <a:pt x="4294658" y="1362780"/>
                </a:cubicBezTo>
                <a:cubicBezTo>
                  <a:pt x="4262048" y="1368535"/>
                  <a:pt x="4228698" y="1371623"/>
                  <a:pt x="4194831" y="1372169"/>
                </a:cubicBezTo>
                <a:lnTo>
                  <a:pt x="4176923" y="1373854"/>
                </a:lnTo>
                <a:lnTo>
                  <a:pt x="4176896" y="1373341"/>
                </a:lnTo>
                <a:lnTo>
                  <a:pt x="4176374" y="1373376"/>
                </a:lnTo>
                <a:cubicBezTo>
                  <a:pt x="4175781" y="1369436"/>
                  <a:pt x="4175753" y="1365482"/>
                  <a:pt x="4175753" y="1361522"/>
                </a:cubicBezTo>
                <a:close/>
                <a:moveTo>
                  <a:pt x="4175753" y="1411078"/>
                </a:moveTo>
                <a:lnTo>
                  <a:pt x="4176375" y="1399317"/>
                </a:lnTo>
                <a:lnTo>
                  <a:pt x="4176896" y="1399351"/>
                </a:lnTo>
                <a:lnTo>
                  <a:pt x="4176923" y="1398843"/>
                </a:lnTo>
                <a:lnTo>
                  <a:pt x="4194799" y="1400511"/>
                </a:lnTo>
                <a:cubicBezTo>
                  <a:pt x="4228677" y="1401053"/>
                  <a:pt x="4262041" y="1404118"/>
                  <a:pt x="4294662" y="1409831"/>
                </a:cubicBezTo>
                <a:cubicBezTo>
                  <a:pt x="4300495" y="1409399"/>
                  <a:pt x="4306069" y="1410375"/>
                  <a:pt x="4311623" y="1411413"/>
                </a:cubicBezTo>
                <a:lnTo>
                  <a:pt x="4311745" y="1412593"/>
                </a:lnTo>
                <a:cubicBezTo>
                  <a:pt x="4687144" y="1473657"/>
                  <a:pt x="4981143" y="1762307"/>
                  <a:pt x="5033738" y="2125070"/>
                </a:cubicBezTo>
                <a:cubicBezTo>
                  <a:pt x="5033914" y="2125125"/>
                  <a:pt x="5034090" y="2125130"/>
                  <a:pt x="5034267" y="2125135"/>
                </a:cubicBezTo>
                <a:lnTo>
                  <a:pt x="5034832" y="2132012"/>
                </a:lnTo>
                <a:cubicBezTo>
                  <a:pt x="5040122" y="2163105"/>
                  <a:pt x="5042685" y="2194855"/>
                  <a:pt x="5042640" y="2227062"/>
                </a:cubicBezTo>
                <a:cubicBezTo>
                  <a:pt x="5044013" y="2232850"/>
                  <a:pt x="5044074" y="2238678"/>
                  <a:pt x="5044074" y="2244520"/>
                </a:cubicBezTo>
                <a:cubicBezTo>
                  <a:pt x="5044074" y="2248449"/>
                  <a:pt x="5044046" y="2252372"/>
                  <a:pt x="5043454" y="2256280"/>
                </a:cubicBezTo>
                <a:lnTo>
                  <a:pt x="5042932" y="2256246"/>
                </a:lnTo>
                <a:lnTo>
                  <a:pt x="5042905" y="2256755"/>
                </a:lnTo>
                <a:lnTo>
                  <a:pt x="5024997" y="2255084"/>
                </a:lnTo>
                <a:cubicBezTo>
                  <a:pt x="4991129" y="2254542"/>
                  <a:pt x="4957779" y="2251477"/>
                  <a:pt x="4925170" y="2245767"/>
                </a:cubicBezTo>
                <a:cubicBezTo>
                  <a:pt x="4919336" y="2246198"/>
                  <a:pt x="4913761" y="2245223"/>
                  <a:pt x="4908205" y="2244184"/>
                </a:cubicBezTo>
                <a:lnTo>
                  <a:pt x="4908084" y="2243004"/>
                </a:lnTo>
                <a:cubicBezTo>
                  <a:pt x="4532684" y="2181939"/>
                  <a:pt x="4238685" y="1893288"/>
                  <a:pt x="4186091" y="1530527"/>
                </a:cubicBezTo>
                <a:cubicBezTo>
                  <a:pt x="4185915" y="1530472"/>
                  <a:pt x="4185739" y="1530468"/>
                  <a:pt x="4185562" y="1530463"/>
                </a:cubicBezTo>
                <a:lnTo>
                  <a:pt x="4184999" y="1523599"/>
                </a:lnTo>
                <a:cubicBezTo>
                  <a:pt x="4179707" y="1492501"/>
                  <a:pt x="4177144" y="1460743"/>
                  <a:pt x="4177187" y="1428529"/>
                </a:cubicBezTo>
                <a:cubicBezTo>
                  <a:pt x="4175815" y="1422743"/>
                  <a:pt x="4175753" y="1416918"/>
                  <a:pt x="4175753" y="1411078"/>
                </a:cubicBezTo>
                <a:close/>
                <a:moveTo>
                  <a:pt x="3445328" y="659222"/>
                </a:moveTo>
                <a:cubicBezTo>
                  <a:pt x="3501061" y="939930"/>
                  <a:pt x="3725812" y="1162499"/>
                  <a:pt x="4013692" y="1223782"/>
                </a:cubicBezTo>
                <a:cubicBezTo>
                  <a:pt x="3957960" y="943074"/>
                  <a:pt x="3733209" y="720505"/>
                  <a:pt x="3445328" y="659222"/>
                </a:cubicBezTo>
                <a:close/>
                <a:moveTo>
                  <a:pt x="3445328" y="2417442"/>
                </a:moveTo>
                <a:cubicBezTo>
                  <a:pt x="3501061" y="2698150"/>
                  <a:pt x="3725812" y="2920718"/>
                  <a:pt x="4013692" y="2982001"/>
                </a:cubicBezTo>
                <a:cubicBezTo>
                  <a:pt x="3957960" y="2701294"/>
                  <a:pt x="3733209" y="2478725"/>
                  <a:pt x="3445328" y="2417442"/>
                </a:cubicBezTo>
                <a:close/>
                <a:moveTo>
                  <a:pt x="3445326" y="2107862"/>
                </a:moveTo>
                <a:cubicBezTo>
                  <a:pt x="3733207" y="2047060"/>
                  <a:pt x="3957957" y="1826239"/>
                  <a:pt x="4013690" y="1547735"/>
                </a:cubicBezTo>
                <a:cubicBezTo>
                  <a:pt x="3725809" y="1608537"/>
                  <a:pt x="3501058" y="1829358"/>
                  <a:pt x="3445326" y="2107862"/>
                </a:cubicBezTo>
                <a:close/>
                <a:moveTo>
                  <a:pt x="3295350" y="521483"/>
                </a:moveTo>
                <a:lnTo>
                  <a:pt x="3295971" y="509629"/>
                </a:lnTo>
                <a:lnTo>
                  <a:pt x="3296492" y="509663"/>
                </a:lnTo>
                <a:lnTo>
                  <a:pt x="3296519" y="509151"/>
                </a:lnTo>
                <a:lnTo>
                  <a:pt x="3314395" y="510833"/>
                </a:lnTo>
                <a:cubicBezTo>
                  <a:pt x="3348274" y="511379"/>
                  <a:pt x="3381637" y="514468"/>
                  <a:pt x="3414258" y="520226"/>
                </a:cubicBezTo>
                <a:cubicBezTo>
                  <a:pt x="3420092" y="519792"/>
                  <a:pt x="3425665" y="520774"/>
                  <a:pt x="3431219" y="521820"/>
                </a:cubicBezTo>
                <a:lnTo>
                  <a:pt x="3431341" y="523010"/>
                </a:lnTo>
                <a:cubicBezTo>
                  <a:pt x="3806740" y="584557"/>
                  <a:pt x="4100739" y="875493"/>
                  <a:pt x="4153335" y="1241127"/>
                </a:cubicBezTo>
                <a:cubicBezTo>
                  <a:pt x="4153510" y="1241182"/>
                  <a:pt x="4153688" y="1241187"/>
                  <a:pt x="4153863" y="1241192"/>
                </a:cubicBezTo>
                <a:lnTo>
                  <a:pt x="4154429" y="1248124"/>
                </a:lnTo>
                <a:cubicBezTo>
                  <a:pt x="4159718" y="1279462"/>
                  <a:pt x="4162281" y="1311465"/>
                  <a:pt x="4162237" y="1343926"/>
                </a:cubicBezTo>
                <a:cubicBezTo>
                  <a:pt x="4163610" y="1349760"/>
                  <a:pt x="4163671" y="1355634"/>
                  <a:pt x="4163671" y="1361522"/>
                </a:cubicBezTo>
                <a:cubicBezTo>
                  <a:pt x="4163671" y="1365482"/>
                  <a:pt x="4163642" y="1369436"/>
                  <a:pt x="4163050" y="1373376"/>
                </a:cubicBezTo>
                <a:lnTo>
                  <a:pt x="4162528" y="1373341"/>
                </a:lnTo>
                <a:lnTo>
                  <a:pt x="4162501" y="1373854"/>
                </a:lnTo>
                <a:lnTo>
                  <a:pt x="4144594" y="1372169"/>
                </a:lnTo>
                <a:cubicBezTo>
                  <a:pt x="4110727" y="1371623"/>
                  <a:pt x="4077375" y="1368535"/>
                  <a:pt x="4044766" y="1362780"/>
                </a:cubicBezTo>
                <a:cubicBezTo>
                  <a:pt x="4038932" y="1363214"/>
                  <a:pt x="4033357" y="1362231"/>
                  <a:pt x="4027802" y="1361184"/>
                </a:cubicBezTo>
                <a:lnTo>
                  <a:pt x="4027681" y="1359994"/>
                </a:lnTo>
                <a:cubicBezTo>
                  <a:pt x="3652280" y="1298446"/>
                  <a:pt x="3358281" y="1007510"/>
                  <a:pt x="3305687" y="641878"/>
                </a:cubicBezTo>
                <a:cubicBezTo>
                  <a:pt x="3305511" y="641823"/>
                  <a:pt x="3305336" y="641818"/>
                  <a:pt x="3305158" y="641812"/>
                </a:cubicBezTo>
                <a:lnTo>
                  <a:pt x="3304595" y="634895"/>
                </a:lnTo>
                <a:cubicBezTo>
                  <a:pt x="3299303" y="603550"/>
                  <a:pt x="3296740" y="571542"/>
                  <a:pt x="3296784" y="539073"/>
                </a:cubicBezTo>
                <a:cubicBezTo>
                  <a:pt x="3295411" y="533241"/>
                  <a:pt x="3295350" y="527369"/>
                  <a:pt x="3295350" y="521483"/>
                </a:cubicBezTo>
                <a:close/>
                <a:moveTo>
                  <a:pt x="3295350" y="2279702"/>
                </a:moveTo>
                <a:lnTo>
                  <a:pt x="3295971" y="2267848"/>
                </a:lnTo>
                <a:lnTo>
                  <a:pt x="3296492" y="2267882"/>
                </a:lnTo>
                <a:lnTo>
                  <a:pt x="3296519" y="2267371"/>
                </a:lnTo>
                <a:lnTo>
                  <a:pt x="3314395" y="2269052"/>
                </a:lnTo>
                <a:cubicBezTo>
                  <a:pt x="3348274" y="2269598"/>
                  <a:pt x="3381637" y="2272687"/>
                  <a:pt x="3414258" y="2278445"/>
                </a:cubicBezTo>
                <a:cubicBezTo>
                  <a:pt x="3420092" y="2278011"/>
                  <a:pt x="3425665" y="2278993"/>
                  <a:pt x="3431219" y="2280040"/>
                </a:cubicBezTo>
                <a:lnTo>
                  <a:pt x="3431341" y="2281230"/>
                </a:lnTo>
                <a:cubicBezTo>
                  <a:pt x="3806740" y="2342777"/>
                  <a:pt x="4100739" y="2633713"/>
                  <a:pt x="4153335" y="2999346"/>
                </a:cubicBezTo>
                <a:cubicBezTo>
                  <a:pt x="4153510" y="2999401"/>
                  <a:pt x="4153688" y="2999406"/>
                  <a:pt x="4153863" y="2999411"/>
                </a:cubicBezTo>
                <a:lnTo>
                  <a:pt x="4154429" y="3006343"/>
                </a:lnTo>
                <a:lnTo>
                  <a:pt x="4161209" y="3089525"/>
                </a:lnTo>
                <a:lnTo>
                  <a:pt x="3910768" y="3089525"/>
                </a:lnTo>
                <a:lnTo>
                  <a:pt x="3891034" y="3084683"/>
                </a:lnTo>
                <a:cubicBezTo>
                  <a:pt x="3582552" y="2982764"/>
                  <a:pt x="3351706" y="2720025"/>
                  <a:pt x="3305687" y="2400097"/>
                </a:cubicBezTo>
                <a:cubicBezTo>
                  <a:pt x="3305511" y="2400042"/>
                  <a:pt x="3305336" y="2400037"/>
                  <a:pt x="3305158" y="2400032"/>
                </a:cubicBezTo>
                <a:lnTo>
                  <a:pt x="3304595" y="2393114"/>
                </a:lnTo>
                <a:cubicBezTo>
                  <a:pt x="3299303" y="2361770"/>
                  <a:pt x="3296740" y="2329761"/>
                  <a:pt x="3296784" y="2297292"/>
                </a:cubicBezTo>
                <a:cubicBezTo>
                  <a:pt x="3295411" y="2291461"/>
                  <a:pt x="3295350" y="2285589"/>
                  <a:pt x="3295350" y="2279702"/>
                </a:cubicBezTo>
                <a:close/>
                <a:moveTo>
                  <a:pt x="3295347" y="486299"/>
                </a:moveTo>
                <a:cubicBezTo>
                  <a:pt x="3295347" y="480458"/>
                  <a:pt x="3295409" y="474631"/>
                  <a:pt x="3296782" y="468842"/>
                </a:cubicBezTo>
                <a:cubicBezTo>
                  <a:pt x="3296738" y="436636"/>
                  <a:pt x="3299300" y="404884"/>
                  <a:pt x="3304590" y="373792"/>
                </a:cubicBezTo>
                <a:lnTo>
                  <a:pt x="3305155" y="366915"/>
                </a:lnTo>
                <a:cubicBezTo>
                  <a:pt x="3305332" y="366910"/>
                  <a:pt x="3305508" y="366905"/>
                  <a:pt x="3305684" y="366850"/>
                </a:cubicBezTo>
                <a:cubicBezTo>
                  <a:pt x="3319442" y="271960"/>
                  <a:pt x="3349717" y="182140"/>
                  <a:pt x="3393781" y="100280"/>
                </a:cubicBezTo>
                <a:lnTo>
                  <a:pt x="3459303" y="0"/>
                </a:lnTo>
                <a:lnTo>
                  <a:pt x="3635443" y="0"/>
                </a:lnTo>
                <a:lnTo>
                  <a:pt x="3564068" y="79433"/>
                </a:lnTo>
                <a:cubicBezTo>
                  <a:pt x="3506253" y="159050"/>
                  <a:pt x="3465125" y="250706"/>
                  <a:pt x="3445326" y="349642"/>
                </a:cubicBezTo>
                <a:cubicBezTo>
                  <a:pt x="3636807" y="309201"/>
                  <a:pt x="3800358" y="197965"/>
                  <a:pt x="3904544" y="45955"/>
                </a:cubicBezTo>
                <a:lnTo>
                  <a:pt x="3927798" y="0"/>
                </a:lnTo>
                <a:lnTo>
                  <a:pt x="4083290" y="0"/>
                </a:lnTo>
                <a:lnTo>
                  <a:pt x="4029061" y="99096"/>
                </a:lnTo>
                <a:cubicBezTo>
                  <a:pt x="3899579" y="299632"/>
                  <a:pt x="3683877" y="443705"/>
                  <a:pt x="3431338" y="484784"/>
                </a:cubicBezTo>
                <a:lnTo>
                  <a:pt x="3431217" y="485964"/>
                </a:lnTo>
                <a:cubicBezTo>
                  <a:pt x="3425661" y="487004"/>
                  <a:pt x="3420086" y="487979"/>
                  <a:pt x="3414252" y="487548"/>
                </a:cubicBezTo>
                <a:cubicBezTo>
                  <a:pt x="3381643" y="493257"/>
                  <a:pt x="3348292" y="496322"/>
                  <a:pt x="3314425" y="496864"/>
                </a:cubicBezTo>
                <a:lnTo>
                  <a:pt x="3296517" y="498535"/>
                </a:lnTo>
                <a:lnTo>
                  <a:pt x="3296490" y="498027"/>
                </a:lnTo>
                <a:lnTo>
                  <a:pt x="3295968" y="498061"/>
                </a:lnTo>
                <a:cubicBezTo>
                  <a:pt x="3295376" y="494151"/>
                  <a:pt x="3295347" y="490228"/>
                  <a:pt x="3295347" y="486299"/>
                </a:cubicBezTo>
                <a:close/>
                <a:moveTo>
                  <a:pt x="3295347" y="2244520"/>
                </a:moveTo>
                <a:cubicBezTo>
                  <a:pt x="3295347" y="2238678"/>
                  <a:pt x="3295409" y="2232850"/>
                  <a:pt x="3296782" y="2227062"/>
                </a:cubicBezTo>
                <a:cubicBezTo>
                  <a:pt x="3296738" y="2194855"/>
                  <a:pt x="3299300" y="2163105"/>
                  <a:pt x="3304590" y="2132012"/>
                </a:cubicBezTo>
                <a:lnTo>
                  <a:pt x="3305155" y="2125135"/>
                </a:lnTo>
                <a:cubicBezTo>
                  <a:pt x="3305332" y="2125130"/>
                  <a:pt x="3305508" y="2125125"/>
                  <a:pt x="3305684" y="2125070"/>
                </a:cubicBezTo>
                <a:cubicBezTo>
                  <a:pt x="3358279" y="1762307"/>
                  <a:pt x="3652278" y="1473657"/>
                  <a:pt x="4027678" y="1412593"/>
                </a:cubicBezTo>
                <a:lnTo>
                  <a:pt x="4027800" y="1411413"/>
                </a:lnTo>
                <a:cubicBezTo>
                  <a:pt x="4033353" y="1410375"/>
                  <a:pt x="4038927" y="1409399"/>
                  <a:pt x="4044760" y="1409831"/>
                </a:cubicBezTo>
                <a:cubicBezTo>
                  <a:pt x="4077382" y="1404118"/>
                  <a:pt x="4110744" y="1401053"/>
                  <a:pt x="4144624" y="1400511"/>
                </a:cubicBezTo>
                <a:lnTo>
                  <a:pt x="4162499" y="1398843"/>
                </a:lnTo>
                <a:lnTo>
                  <a:pt x="4162526" y="1399351"/>
                </a:lnTo>
                <a:lnTo>
                  <a:pt x="4163047" y="1399317"/>
                </a:lnTo>
                <a:lnTo>
                  <a:pt x="4163669" y="1411078"/>
                </a:lnTo>
                <a:cubicBezTo>
                  <a:pt x="4163669" y="1416918"/>
                  <a:pt x="4163608" y="1422743"/>
                  <a:pt x="4162235" y="1428529"/>
                </a:cubicBezTo>
                <a:cubicBezTo>
                  <a:pt x="4162279" y="1460743"/>
                  <a:pt x="4159715" y="1492501"/>
                  <a:pt x="4154424" y="1523599"/>
                </a:cubicBezTo>
                <a:lnTo>
                  <a:pt x="4153860" y="1530463"/>
                </a:lnTo>
                <a:cubicBezTo>
                  <a:pt x="4153683" y="1530468"/>
                  <a:pt x="4153507" y="1530472"/>
                  <a:pt x="4153332" y="1530527"/>
                </a:cubicBezTo>
                <a:cubicBezTo>
                  <a:pt x="4100737" y="1893288"/>
                  <a:pt x="3806738" y="2181939"/>
                  <a:pt x="3431338" y="2243004"/>
                </a:cubicBezTo>
                <a:lnTo>
                  <a:pt x="3431217" y="2244184"/>
                </a:lnTo>
                <a:cubicBezTo>
                  <a:pt x="3425661" y="2245223"/>
                  <a:pt x="3420086" y="2246198"/>
                  <a:pt x="3414252" y="2245767"/>
                </a:cubicBezTo>
                <a:cubicBezTo>
                  <a:pt x="3381643" y="2251477"/>
                  <a:pt x="3348292" y="2254542"/>
                  <a:pt x="3314425" y="2255084"/>
                </a:cubicBezTo>
                <a:lnTo>
                  <a:pt x="3296517" y="2256755"/>
                </a:lnTo>
                <a:lnTo>
                  <a:pt x="3296490" y="2256246"/>
                </a:lnTo>
                <a:lnTo>
                  <a:pt x="3295968" y="2256280"/>
                </a:lnTo>
                <a:cubicBezTo>
                  <a:pt x="3295376" y="2252372"/>
                  <a:pt x="3295347" y="2248449"/>
                  <a:pt x="3295347" y="2244520"/>
                </a:cubicBezTo>
                <a:close/>
                <a:moveTo>
                  <a:pt x="2555546" y="1223782"/>
                </a:moveTo>
                <a:cubicBezTo>
                  <a:pt x="2843426" y="1162499"/>
                  <a:pt x="3068177" y="939930"/>
                  <a:pt x="3123910" y="659222"/>
                </a:cubicBezTo>
                <a:cubicBezTo>
                  <a:pt x="2836029" y="720505"/>
                  <a:pt x="2611278" y="943074"/>
                  <a:pt x="2555546" y="1223782"/>
                </a:cubicBezTo>
                <a:close/>
                <a:moveTo>
                  <a:pt x="2555546" y="1547735"/>
                </a:moveTo>
                <a:cubicBezTo>
                  <a:pt x="2611279" y="1826239"/>
                  <a:pt x="2836029" y="2047060"/>
                  <a:pt x="3123910" y="2107862"/>
                </a:cubicBezTo>
                <a:cubicBezTo>
                  <a:pt x="3068178" y="1829358"/>
                  <a:pt x="2843426" y="1608537"/>
                  <a:pt x="2555546" y="1547735"/>
                </a:cubicBezTo>
                <a:close/>
                <a:moveTo>
                  <a:pt x="2555546" y="2982001"/>
                </a:moveTo>
                <a:cubicBezTo>
                  <a:pt x="2843426" y="2920718"/>
                  <a:pt x="3068177" y="2698150"/>
                  <a:pt x="3123910" y="2417442"/>
                </a:cubicBezTo>
                <a:cubicBezTo>
                  <a:pt x="2836029" y="2478725"/>
                  <a:pt x="2611278" y="2701294"/>
                  <a:pt x="2555546" y="2982001"/>
                </a:cubicBezTo>
                <a:close/>
                <a:moveTo>
                  <a:pt x="2485948" y="0"/>
                </a:moveTo>
                <a:lnTo>
                  <a:pt x="2641440" y="0"/>
                </a:lnTo>
                <a:lnTo>
                  <a:pt x="2664693" y="45955"/>
                </a:lnTo>
                <a:cubicBezTo>
                  <a:pt x="2768879" y="197965"/>
                  <a:pt x="2932430" y="309201"/>
                  <a:pt x="3123910" y="349642"/>
                </a:cubicBezTo>
                <a:cubicBezTo>
                  <a:pt x="3104112" y="250706"/>
                  <a:pt x="3062984" y="159050"/>
                  <a:pt x="3005167" y="79433"/>
                </a:cubicBezTo>
                <a:lnTo>
                  <a:pt x="2933794" y="0"/>
                </a:lnTo>
                <a:lnTo>
                  <a:pt x="3109934" y="0"/>
                </a:lnTo>
                <a:lnTo>
                  <a:pt x="3175456" y="100280"/>
                </a:lnTo>
                <a:cubicBezTo>
                  <a:pt x="3219520" y="182140"/>
                  <a:pt x="3249795" y="271960"/>
                  <a:pt x="3263553" y="366850"/>
                </a:cubicBezTo>
                <a:cubicBezTo>
                  <a:pt x="3263728" y="366905"/>
                  <a:pt x="3263905" y="366910"/>
                  <a:pt x="3264081" y="366915"/>
                </a:cubicBezTo>
                <a:lnTo>
                  <a:pt x="3264647" y="373792"/>
                </a:lnTo>
                <a:cubicBezTo>
                  <a:pt x="3269936" y="404884"/>
                  <a:pt x="3272499" y="436636"/>
                  <a:pt x="3272455" y="468842"/>
                </a:cubicBezTo>
                <a:cubicBezTo>
                  <a:pt x="3273828" y="474631"/>
                  <a:pt x="3273888" y="480458"/>
                  <a:pt x="3273888" y="486299"/>
                </a:cubicBezTo>
                <a:cubicBezTo>
                  <a:pt x="3273888" y="490228"/>
                  <a:pt x="3273860" y="494151"/>
                  <a:pt x="3273268" y="498061"/>
                </a:cubicBezTo>
                <a:lnTo>
                  <a:pt x="3272746" y="498027"/>
                </a:lnTo>
                <a:lnTo>
                  <a:pt x="3272719" y="498535"/>
                </a:lnTo>
                <a:lnTo>
                  <a:pt x="3254811" y="496864"/>
                </a:lnTo>
                <a:cubicBezTo>
                  <a:pt x="3220945" y="496322"/>
                  <a:pt x="3187593" y="493257"/>
                  <a:pt x="3154984" y="487548"/>
                </a:cubicBezTo>
                <a:cubicBezTo>
                  <a:pt x="3149150" y="487979"/>
                  <a:pt x="3143575" y="487004"/>
                  <a:pt x="3138020" y="485964"/>
                </a:cubicBezTo>
                <a:lnTo>
                  <a:pt x="3137899" y="484784"/>
                </a:lnTo>
                <a:cubicBezTo>
                  <a:pt x="2885360" y="443705"/>
                  <a:pt x="2669659" y="299632"/>
                  <a:pt x="2540177" y="99096"/>
                </a:cubicBezTo>
                <a:close/>
                <a:moveTo>
                  <a:pt x="2408030" y="3089525"/>
                </a:moveTo>
                <a:lnTo>
                  <a:pt x="2414810" y="3006343"/>
                </a:lnTo>
                <a:lnTo>
                  <a:pt x="2415375" y="2999411"/>
                </a:lnTo>
                <a:cubicBezTo>
                  <a:pt x="2415552" y="2999406"/>
                  <a:pt x="2415728" y="2999401"/>
                  <a:pt x="2415904" y="2999346"/>
                </a:cubicBezTo>
                <a:cubicBezTo>
                  <a:pt x="2468499" y="2633713"/>
                  <a:pt x="2762498" y="2342777"/>
                  <a:pt x="3137898" y="2281230"/>
                </a:cubicBezTo>
                <a:lnTo>
                  <a:pt x="3138020" y="2280040"/>
                </a:lnTo>
                <a:cubicBezTo>
                  <a:pt x="3143573" y="2278993"/>
                  <a:pt x="3149146" y="2278011"/>
                  <a:pt x="3154980" y="2278445"/>
                </a:cubicBezTo>
                <a:cubicBezTo>
                  <a:pt x="3187602" y="2272687"/>
                  <a:pt x="3220964" y="2269598"/>
                  <a:pt x="3254844" y="2269052"/>
                </a:cubicBezTo>
                <a:lnTo>
                  <a:pt x="3272719" y="2267371"/>
                </a:lnTo>
                <a:lnTo>
                  <a:pt x="3272746" y="2267882"/>
                </a:lnTo>
                <a:lnTo>
                  <a:pt x="3273267" y="2267848"/>
                </a:lnTo>
                <a:lnTo>
                  <a:pt x="3273888" y="2279702"/>
                </a:lnTo>
                <a:cubicBezTo>
                  <a:pt x="3273888" y="2285589"/>
                  <a:pt x="3273828" y="2291461"/>
                  <a:pt x="3272455" y="2297292"/>
                </a:cubicBezTo>
                <a:cubicBezTo>
                  <a:pt x="3272499" y="2329761"/>
                  <a:pt x="3269935" y="2361770"/>
                  <a:pt x="3264644" y="2393114"/>
                </a:cubicBezTo>
                <a:lnTo>
                  <a:pt x="3264080" y="2400032"/>
                </a:lnTo>
                <a:cubicBezTo>
                  <a:pt x="3263903" y="2400037"/>
                  <a:pt x="3263726" y="2400042"/>
                  <a:pt x="3263552" y="2400097"/>
                </a:cubicBezTo>
                <a:cubicBezTo>
                  <a:pt x="3217532" y="2720025"/>
                  <a:pt x="2986686" y="2982764"/>
                  <a:pt x="2678205" y="3084683"/>
                </a:cubicBezTo>
                <a:lnTo>
                  <a:pt x="2658472" y="3089525"/>
                </a:lnTo>
                <a:close/>
                <a:moveTo>
                  <a:pt x="2405567" y="1361522"/>
                </a:moveTo>
                <a:cubicBezTo>
                  <a:pt x="2405567" y="1355634"/>
                  <a:pt x="2405629" y="1349760"/>
                  <a:pt x="2407002" y="1343926"/>
                </a:cubicBezTo>
                <a:cubicBezTo>
                  <a:pt x="2406958" y="1311465"/>
                  <a:pt x="2409520" y="1279462"/>
                  <a:pt x="2414810" y="1248124"/>
                </a:cubicBezTo>
                <a:lnTo>
                  <a:pt x="2415375" y="1241192"/>
                </a:lnTo>
                <a:cubicBezTo>
                  <a:pt x="2415552" y="1241187"/>
                  <a:pt x="2415728" y="1241182"/>
                  <a:pt x="2415904" y="1241127"/>
                </a:cubicBezTo>
                <a:cubicBezTo>
                  <a:pt x="2468499" y="875493"/>
                  <a:pt x="2762498" y="584557"/>
                  <a:pt x="3137898" y="523010"/>
                </a:cubicBezTo>
                <a:lnTo>
                  <a:pt x="3138020" y="521820"/>
                </a:lnTo>
                <a:cubicBezTo>
                  <a:pt x="3143573" y="520774"/>
                  <a:pt x="3149146" y="519792"/>
                  <a:pt x="3154980" y="520226"/>
                </a:cubicBezTo>
                <a:cubicBezTo>
                  <a:pt x="3187602" y="514468"/>
                  <a:pt x="3220964" y="511379"/>
                  <a:pt x="3254844" y="510833"/>
                </a:cubicBezTo>
                <a:lnTo>
                  <a:pt x="3272719" y="509151"/>
                </a:lnTo>
                <a:lnTo>
                  <a:pt x="3272746" y="509663"/>
                </a:lnTo>
                <a:lnTo>
                  <a:pt x="3273267" y="509629"/>
                </a:lnTo>
                <a:lnTo>
                  <a:pt x="3273888" y="521483"/>
                </a:lnTo>
                <a:cubicBezTo>
                  <a:pt x="3273888" y="527369"/>
                  <a:pt x="3273828" y="533241"/>
                  <a:pt x="3272455" y="539073"/>
                </a:cubicBezTo>
                <a:cubicBezTo>
                  <a:pt x="3272499" y="571542"/>
                  <a:pt x="3269935" y="603550"/>
                  <a:pt x="3264644" y="634895"/>
                </a:cubicBezTo>
                <a:lnTo>
                  <a:pt x="3264080" y="641812"/>
                </a:lnTo>
                <a:cubicBezTo>
                  <a:pt x="3263903" y="641818"/>
                  <a:pt x="3263726" y="641823"/>
                  <a:pt x="3263552" y="641878"/>
                </a:cubicBezTo>
                <a:cubicBezTo>
                  <a:pt x="3210957" y="1007510"/>
                  <a:pt x="2916958" y="1298446"/>
                  <a:pt x="2541558" y="1359994"/>
                </a:cubicBezTo>
                <a:lnTo>
                  <a:pt x="2541437" y="1361184"/>
                </a:lnTo>
                <a:cubicBezTo>
                  <a:pt x="2535881" y="1362231"/>
                  <a:pt x="2530306" y="1363214"/>
                  <a:pt x="2524472" y="1362780"/>
                </a:cubicBezTo>
                <a:cubicBezTo>
                  <a:pt x="2491863" y="1368535"/>
                  <a:pt x="2458513" y="1371623"/>
                  <a:pt x="2424645" y="1372169"/>
                </a:cubicBezTo>
                <a:lnTo>
                  <a:pt x="2406737" y="1373854"/>
                </a:lnTo>
                <a:lnTo>
                  <a:pt x="2406710" y="1373341"/>
                </a:lnTo>
                <a:lnTo>
                  <a:pt x="2406188" y="1373376"/>
                </a:lnTo>
                <a:cubicBezTo>
                  <a:pt x="2405596" y="1369436"/>
                  <a:pt x="2405567" y="1365482"/>
                  <a:pt x="2405567" y="1361522"/>
                </a:cubicBezTo>
                <a:close/>
                <a:moveTo>
                  <a:pt x="2405567" y="1411078"/>
                </a:moveTo>
                <a:lnTo>
                  <a:pt x="2406189" y="1399317"/>
                </a:lnTo>
                <a:lnTo>
                  <a:pt x="2406710" y="1399351"/>
                </a:lnTo>
                <a:lnTo>
                  <a:pt x="2406737" y="1398843"/>
                </a:lnTo>
                <a:lnTo>
                  <a:pt x="2424613" y="1400511"/>
                </a:lnTo>
                <a:cubicBezTo>
                  <a:pt x="2458492" y="1401053"/>
                  <a:pt x="2491855" y="1404118"/>
                  <a:pt x="2524476" y="1409831"/>
                </a:cubicBezTo>
                <a:cubicBezTo>
                  <a:pt x="2530309" y="1409399"/>
                  <a:pt x="2535883" y="1410375"/>
                  <a:pt x="2541437" y="1411413"/>
                </a:cubicBezTo>
                <a:lnTo>
                  <a:pt x="2541559" y="1412593"/>
                </a:lnTo>
                <a:cubicBezTo>
                  <a:pt x="2916958" y="1473657"/>
                  <a:pt x="3210957" y="1762307"/>
                  <a:pt x="3263553" y="2125070"/>
                </a:cubicBezTo>
                <a:cubicBezTo>
                  <a:pt x="3263728" y="2125125"/>
                  <a:pt x="3263905" y="2125130"/>
                  <a:pt x="3264081" y="2125135"/>
                </a:cubicBezTo>
                <a:lnTo>
                  <a:pt x="3264647" y="2132012"/>
                </a:lnTo>
                <a:cubicBezTo>
                  <a:pt x="3269936" y="2163105"/>
                  <a:pt x="3272499" y="2194855"/>
                  <a:pt x="3272455" y="2227062"/>
                </a:cubicBezTo>
                <a:cubicBezTo>
                  <a:pt x="3273828" y="2232850"/>
                  <a:pt x="3273888" y="2238678"/>
                  <a:pt x="3273888" y="2244520"/>
                </a:cubicBezTo>
                <a:cubicBezTo>
                  <a:pt x="3273888" y="2248449"/>
                  <a:pt x="3273860" y="2252372"/>
                  <a:pt x="3273268" y="2256280"/>
                </a:cubicBezTo>
                <a:lnTo>
                  <a:pt x="3272746" y="2256246"/>
                </a:lnTo>
                <a:lnTo>
                  <a:pt x="3272719" y="2256755"/>
                </a:lnTo>
                <a:lnTo>
                  <a:pt x="3254811" y="2255084"/>
                </a:lnTo>
                <a:cubicBezTo>
                  <a:pt x="3220945" y="2254542"/>
                  <a:pt x="3187593" y="2251477"/>
                  <a:pt x="3154984" y="2245767"/>
                </a:cubicBezTo>
                <a:cubicBezTo>
                  <a:pt x="3149150" y="2246198"/>
                  <a:pt x="3143575" y="2245223"/>
                  <a:pt x="3138020" y="2244184"/>
                </a:cubicBezTo>
                <a:lnTo>
                  <a:pt x="3137899" y="2243004"/>
                </a:lnTo>
                <a:cubicBezTo>
                  <a:pt x="2762498" y="2181939"/>
                  <a:pt x="2468499" y="1893288"/>
                  <a:pt x="2415905" y="1530527"/>
                </a:cubicBezTo>
                <a:cubicBezTo>
                  <a:pt x="2415730" y="1530472"/>
                  <a:pt x="2415554" y="1530468"/>
                  <a:pt x="2415376" y="1530463"/>
                </a:cubicBezTo>
                <a:lnTo>
                  <a:pt x="2414813" y="1523599"/>
                </a:lnTo>
                <a:cubicBezTo>
                  <a:pt x="2409521" y="1492501"/>
                  <a:pt x="2406958" y="1460743"/>
                  <a:pt x="2407002" y="1428529"/>
                </a:cubicBezTo>
                <a:cubicBezTo>
                  <a:pt x="2405629" y="1422743"/>
                  <a:pt x="2405567" y="1416918"/>
                  <a:pt x="2405567" y="1411078"/>
                </a:cubicBezTo>
                <a:close/>
                <a:moveTo>
                  <a:pt x="1675142" y="659222"/>
                </a:moveTo>
                <a:cubicBezTo>
                  <a:pt x="1730875" y="939930"/>
                  <a:pt x="1955626" y="1162499"/>
                  <a:pt x="2243506" y="1223782"/>
                </a:cubicBezTo>
                <a:cubicBezTo>
                  <a:pt x="2187774" y="943074"/>
                  <a:pt x="1963023" y="720505"/>
                  <a:pt x="1675142" y="659222"/>
                </a:cubicBezTo>
                <a:close/>
                <a:moveTo>
                  <a:pt x="1675142" y="2417442"/>
                </a:moveTo>
                <a:cubicBezTo>
                  <a:pt x="1730875" y="2698150"/>
                  <a:pt x="1955626" y="2920718"/>
                  <a:pt x="2243506" y="2982001"/>
                </a:cubicBezTo>
                <a:cubicBezTo>
                  <a:pt x="2187774" y="2701294"/>
                  <a:pt x="1963023" y="2478725"/>
                  <a:pt x="1675142" y="2417442"/>
                </a:cubicBezTo>
                <a:close/>
                <a:moveTo>
                  <a:pt x="1675140" y="2107862"/>
                </a:moveTo>
                <a:cubicBezTo>
                  <a:pt x="1963020" y="2047060"/>
                  <a:pt x="2187772" y="1826239"/>
                  <a:pt x="2243504" y="1547735"/>
                </a:cubicBezTo>
                <a:cubicBezTo>
                  <a:pt x="1955623" y="1608537"/>
                  <a:pt x="1730872" y="1829358"/>
                  <a:pt x="1675140" y="2107862"/>
                </a:cubicBezTo>
                <a:close/>
                <a:moveTo>
                  <a:pt x="1525164" y="521483"/>
                </a:moveTo>
                <a:lnTo>
                  <a:pt x="1525785" y="509629"/>
                </a:lnTo>
                <a:lnTo>
                  <a:pt x="1526306" y="509663"/>
                </a:lnTo>
                <a:lnTo>
                  <a:pt x="1526333" y="509151"/>
                </a:lnTo>
                <a:lnTo>
                  <a:pt x="1544208" y="510833"/>
                </a:lnTo>
                <a:cubicBezTo>
                  <a:pt x="1578088" y="511379"/>
                  <a:pt x="1611450" y="514468"/>
                  <a:pt x="1644072" y="520226"/>
                </a:cubicBezTo>
                <a:cubicBezTo>
                  <a:pt x="1649905" y="519792"/>
                  <a:pt x="1655479" y="520774"/>
                  <a:pt x="1661032" y="521820"/>
                </a:cubicBezTo>
                <a:lnTo>
                  <a:pt x="1661154" y="523010"/>
                </a:lnTo>
                <a:cubicBezTo>
                  <a:pt x="2036554" y="584557"/>
                  <a:pt x="2330554" y="875493"/>
                  <a:pt x="2383148" y="1241127"/>
                </a:cubicBezTo>
                <a:cubicBezTo>
                  <a:pt x="2383324" y="1241182"/>
                  <a:pt x="2383501" y="1241187"/>
                  <a:pt x="2383678" y="1241192"/>
                </a:cubicBezTo>
                <a:lnTo>
                  <a:pt x="2384242" y="1248124"/>
                </a:lnTo>
                <a:cubicBezTo>
                  <a:pt x="2389533" y="1279462"/>
                  <a:pt x="2392095" y="1311465"/>
                  <a:pt x="2392051" y="1343926"/>
                </a:cubicBezTo>
                <a:cubicBezTo>
                  <a:pt x="2393423" y="1349760"/>
                  <a:pt x="2393485" y="1355634"/>
                  <a:pt x="2393485" y="1361522"/>
                </a:cubicBezTo>
                <a:cubicBezTo>
                  <a:pt x="2393485" y="1365482"/>
                  <a:pt x="2393457" y="1369436"/>
                  <a:pt x="2392864" y="1373376"/>
                </a:cubicBezTo>
                <a:lnTo>
                  <a:pt x="2392342" y="1373341"/>
                </a:lnTo>
                <a:lnTo>
                  <a:pt x="2392315" y="1373854"/>
                </a:lnTo>
                <a:lnTo>
                  <a:pt x="2374407" y="1372169"/>
                </a:lnTo>
                <a:cubicBezTo>
                  <a:pt x="2340540" y="1371623"/>
                  <a:pt x="2307190" y="1368535"/>
                  <a:pt x="2274580" y="1362780"/>
                </a:cubicBezTo>
                <a:cubicBezTo>
                  <a:pt x="2268746" y="1363214"/>
                  <a:pt x="2263171" y="1362231"/>
                  <a:pt x="2257615" y="1361184"/>
                </a:cubicBezTo>
                <a:lnTo>
                  <a:pt x="2257494" y="1359994"/>
                </a:lnTo>
                <a:cubicBezTo>
                  <a:pt x="1882094" y="1298446"/>
                  <a:pt x="1588095" y="1007510"/>
                  <a:pt x="1535500" y="641878"/>
                </a:cubicBezTo>
                <a:cubicBezTo>
                  <a:pt x="1535326" y="641823"/>
                  <a:pt x="1535149" y="641818"/>
                  <a:pt x="1534972" y="641812"/>
                </a:cubicBezTo>
                <a:lnTo>
                  <a:pt x="1534408" y="634895"/>
                </a:lnTo>
                <a:cubicBezTo>
                  <a:pt x="1529117" y="603550"/>
                  <a:pt x="1526553" y="571542"/>
                  <a:pt x="1526597" y="539073"/>
                </a:cubicBezTo>
                <a:cubicBezTo>
                  <a:pt x="1525224" y="533241"/>
                  <a:pt x="1525164" y="527369"/>
                  <a:pt x="1525164" y="521483"/>
                </a:cubicBezTo>
                <a:close/>
                <a:moveTo>
                  <a:pt x="1525164" y="2279702"/>
                </a:moveTo>
                <a:lnTo>
                  <a:pt x="1525785" y="2267848"/>
                </a:lnTo>
                <a:lnTo>
                  <a:pt x="1526306" y="2267882"/>
                </a:lnTo>
                <a:lnTo>
                  <a:pt x="1526333" y="2267371"/>
                </a:lnTo>
                <a:lnTo>
                  <a:pt x="1544208" y="2269052"/>
                </a:lnTo>
                <a:cubicBezTo>
                  <a:pt x="1578088" y="2269598"/>
                  <a:pt x="1611450" y="2272687"/>
                  <a:pt x="1644072" y="2278445"/>
                </a:cubicBezTo>
                <a:cubicBezTo>
                  <a:pt x="1649905" y="2278011"/>
                  <a:pt x="1655479" y="2278993"/>
                  <a:pt x="1661032" y="2280040"/>
                </a:cubicBezTo>
                <a:lnTo>
                  <a:pt x="1661154" y="2281230"/>
                </a:lnTo>
                <a:cubicBezTo>
                  <a:pt x="2036554" y="2342777"/>
                  <a:pt x="2330554" y="2633713"/>
                  <a:pt x="2383148" y="2999346"/>
                </a:cubicBezTo>
                <a:cubicBezTo>
                  <a:pt x="2383324" y="2999401"/>
                  <a:pt x="2383501" y="2999406"/>
                  <a:pt x="2383678" y="2999411"/>
                </a:cubicBezTo>
                <a:lnTo>
                  <a:pt x="2384242" y="3006343"/>
                </a:lnTo>
                <a:lnTo>
                  <a:pt x="2391022" y="3089525"/>
                </a:lnTo>
                <a:lnTo>
                  <a:pt x="2140581" y="3089525"/>
                </a:lnTo>
                <a:lnTo>
                  <a:pt x="2120847" y="3084683"/>
                </a:lnTo>
                <a:cubicBezTo>
                  <a:pt x="1812366" y="2982764"/>
                  <a:pt x="1581520" y="2720025"/>
                  <a:pt x="1535500" y="2400097"/>
                </a:cubicBezTo>
                <a:cubicBezTo>
                  <a:pt x="1535326" y="2400042"/>
                  <a:pt x="1535149" y="2400037"/>
                  <a:pt x="1534972" y="2400032"/>
                </a:cubicBezTo>
                <a:lnTo>
                  <a:pt x="1534408" y="2393114"/>
                </a:lnTo>
                <a:cubicBezTo>
                  <a:pt x="1529117" y="2361770"/>
                  <a:pt x="1526553" y="2329761"/>
                  <a:pt x="1526597" y="2297292"/>
                </a:cubicBezTo>
                <a:cubicBezTo>
                  <a:pt x="1525224" y="2291461"/>
                  <a:pt x="1525164" y="2285589"/>
                  <a:pt x="1525164" y="2279702"/>
                </a:cubicBezTo>
                <a:close/>
                <a:moveTo>
                  <a:pt x="1525162" y="486299"/>
                </a:moveTo>
                <a:cubicBezTo>
                  <a:pt x="1525162" y="480458"/>
                  <a:pt x="1525222" y="474631"/>
                  <a:pt x="1526595" y="468842"/>
                </a:cubicBezTo>
                <a:cubicBezTo>
                  <a:pt x="1526551" y="436636"/>
                  <a:pt x="1529114" y="404884"/>
                  <a:pt x="1534403" y="373792"/>
                </a:cubicBezTo>
                <a:lnTo>
                  <a:pt x="1534969" y="366915"/>
                </a:lnTo>
                <a:cubicBezTo>
                  <a:pt x="1535145" y="366910"/>
                  <a:pt x="1535323" y="366905"/>
                  <a:pt x="1535497" y="366850"/>
                </a:cubicBezTo>
                <a:cubicBezTo>
                  <a:pt x="1549256" y="271960"/>
                  <a:pt x="1579531" y="182140"/>
                  <a:pt x="1623594" y="100280"/>
                </a:cubicBezTo>
                <a:lnTo>
                  <a:pt x="1689117" y="0"/>
                </a:lnTo>
                <a:lnTo>
                  <a:pt x="1865257" y="0"/>
                </a:lnTo>
                <a:lnTo>
                  <a:pt x="1793882" y="79433"/>
                </a:lnTo>
                <a:cubicBezTo>
                  <a:pt x="1736067" y="159050"/>
                  <a:pt x="1694939" y="250706"/>
                  <a:pt x="1675140" y="349642"/>
                </a:cubicBezTo>
                <a:cubicBezTo>
                  <a:pt x="1866621" y="309201"/>
                  <a:pt x="2030172" y="197965"/>
                  <a:pt x="2134358" y="45955"/>
                </a:cubicBezTo>
                <a:lnTo>
                  <a:pt x="2157611" y="0"/>
                </a:lnTo>
                <a:lnTo>
                  <a:pt x="2313103" y="0"/>
                </a:lnTo>
                <a:lnTo>
                  <a:pt x="2258874" y="99096"/>
                </a:lnTo>
                <a:cubicBezTo>
                  <a:pt x="2129392" y="299632"/>
                  <a:pt x="1913691" y="443705"/>
                  <a:pt x="1661151" y="484784"/>
                </a:cubicBezTo>
                <a:lnTo>
                  <a:pt x="1661030" y="485964"/>
                </a:lnTo>
                <a:cubicBezTo>
                  <a:pt x="1655475" y="487004"/>
                  <a:pt x="1649900" y="487979"/>
                  <a:pt x="1644066" y="487548"/>
                </a:cubicBezTo>
                <a:cubicBezTo>
                  <a:pt x="1611457" y="493257"/>
                  <a:pt x="1578105" y="496322"/>
                  <a:pt x="1544239" y="496864"/>
                </a:cubicBezTo>
                <a:lnTo>
                  <a:pt x="1526331" y="498535"/>
                </a:lnTo>
                <a:lnTo>
                  <a:pt x="1526304" y="498027"/>
                </a:lnTo>
                <a:lnTo>
                  <a:pt x="1525782" y="498061"/>
                </a:lnTo>
                <a:cubicBezTo>
                  <a:pt x="1525190" y="494151"/>
                  <a:pt x="1525162" y="490228"/>
                  <a:pt x="1525162" y="486299"/>
                </a:cubicBezTo>
                <a:close/>
                <a:moveTo>
                  <a:pt x="1525161" y="2244520"/>
                </a:moveTo>
                <a:cubicBezTo>
                  <a:pt x="1525161" y="2238678"/>
                  <a:pt x="1525222" y="2232850"/>
                  <a:pt x="1526595" y="2227062"/>
                </a:cubicBezTo>
                <a:cubicBezTo>
                  <a:pt x="1526551" y="2194855"/>
                  <a:pt x="1529114" y="2163105"/>
                  <a:pt x="1534403" y="2132012"/>
                </a:cubicBezTo>
                <a:lnTo>
                  <a:pt x="1534969" y="2125135"/>
                </a:lnTo>
                <a:cubicBezTo>
                  <a:pt x="1535145" y="2125130"/>
                  <a:pt x="1535322" y="2125125"/>
                  <a:pt x="1535497" y="2125070"/>
                </a:cubicBezTo>
                <a:cubicBezTo>
                  <a:pt x="1588092" y="1762307"/>
                  <a:pt x="1882092" y="1473657"/>
                  <a:pt x="2257491" y="1412593"/>
                </a:cubicBezTo>
                <a:lnTo>
                  <a:pt x="2257613" y="1411413"/>
                </a:lnTo>
                <a:cubicBezTo>
                  <a:pt x="2263167" y="1410375"/>
                  <a:pt x="2268741" y="1409399"/>
                  <a:pt x="2274574" y="1409831"/>
                </a:cubicBezTo>
                <a:cubicBezTo>
                  <a:pt x="2307195" y="1404118"/>
                  <a:pt x="2340559" y="1401053"/>
                  <a:pt x="2374437" y="1400511"/>
                </a:cubicBezTo>
                <a:lnTo>
                  <a:pt x="2392313" y="1398843"/>
                </a:lnTo>
                <a:lnTo>
                  <a:pt x="2392341" y="1399351"/>
                </a:lnTo>
                <a:lnTo>
                  <a:pt x="2392861" y="1399317"/>
                </a:lnTo>
                <a:lnTo>
                  <a:pt x="2393483" y="1411078"/>
                </a:lnTo>
                <a:cubicBezTo>
                  <a:pt x="2393483" y="1416918"/>
                  <a:pt x="2393421" y="1422743"/>
                  <a:pt x="2392048" y="1428529"/>
                </a:cubicBezTo>
                <a:cubicBezTo>
                  <a:pt x="2392092" y="1460743"/>
                  <a:pt x="2389530" y="1492501"/>
                  <a:pt x="2384237" y="1523599"/>
                </a:cubicBezTo>
                <a:lnTo>
                  <a:pt x="2383674" y="1530463"/>
                </a:lnTo>
                <a:cubicBezTo>
                  <a:pt x="2383497" y="1530468"/>
                  <a:pt x="2383321" y="1530472"/>
                  <a:pt x="2383145" y="1530527"/>
                </a:cubicBezTo>
                <a:cubicBezTo>
                  <a:pt x="2330551" y="1893288"/>
                  <a:pt x="2036552" y="2181939"/>
                  <a:pt x="1661151" y="2243004"/>
                </a:cubicBezTo>
                <a:lnTo>
                  <a:pt x="1661030" y="2244184"/>
                </a:lnTo>
                <a:cubicBezTo>
                  <a:pt x="1655475" y="2245223"/>
                  <a:pt x="1649900" y="2246198"/>
                  <a:pt x="1644066" y="2245767"/>
                </a:cubicBezTo>
                <a:cubicBezTo>
                  <a:pt x="1611457" y="2251477"/>
                  <a:pt x="1578105" y="2254542"/>
                  <a:pt x="1544238" y="2255084"/>
                </a:cubicBezTo>
                <a:lnTo>
                  <a:pt x="1526331" y="2256755"/>
                </a:lnTo>
                <a:lnTo>
                  <a:pt x="1526304" y="2256246"/>
                </a:lnTo>
                <a:lnTo>
                  <a:pt x="1525782" y="2256280"/>
                </a:lnTo>
                <a:cubicBezTo>
                  <a:pt x="1525190" y="2252372"/>
                  <a:pt x="1525161" y="2248449"/>
                  <a:pt x="1525161" y="2244520"/>
                </a:cubicBezTo>
                <a:close/>
                <a:moveTo>
                  <a:pt x="785360" y="1223782"/>
                </a:moveTo>
                <a:cubicBezTo>
                  <a:pt x="1073241" y="1162499"/>
                  <a:pt x="1297991" y="939930"/>
                  <a:pt x="1353724" y="659222"/>
                </a:cubicBezTo>
                <a:cubicBezTo>
                  <a:pt x="1065844" y="720505"/>
                  <a:pt x="841092" y="943074"/>
                  <a:pt x="785360" y="1223782"/>
                </a:cubicBezTo>
                <a:close/>
                <a:moveTo>
                  <a:pt x="785360" y="1547735"/>
                </a:moveTo>
                <a:cubicBezTo>
                  <a:pt x="841093" y="1826239"/>
                  <a:pt x="1065843" y="2047060"/>
                  <a:pt x="1353724" y="2107862"/>
                </a:cubicBezTo>
                <a:cubicBezTo>
                  <a:pt x="1297992" y="1829358"/>
                  <a:pt x="1073241" y="1608537"/>
                  <a:pt x="785360" y="1547735"/>
                </a:cubicBezTo>
                <a:close/>
                <a:moveTo>
                  <a:pt x="785360" y="2982001"/>
                </a:moveTo>
                <a:cubicBezTo>
                  <a:pt x="1073241" y="2920718"/>
                  <a:pt x="1297991" y="2698150"/>
                  <a:pt x="1353724" y="2417442"/>
                </a:cubicBezTo>
                <a:cubicBezTo>
                  <a:pt x="1065843" y="2478725"/>
                  <a:pt x="841092" y="2701294"/>
                  <a:pt x="785360" y="2982001"/>
                </a:cubicBezTo>
                <a:close/>
                <a:moveTo>
                  <a:pt x="715762" y="0"/>
                </a:moveTo>
                <a:lnTo>
                  <a:pt x="871255" y="0"/>
                </a:lnTo>
                <a:lnTo>
                  <a:pt x="894508" y="45955"/>
                </a:lnTo>
                <a:cubicBezTo>
                  <a:pt x="998693" y="197966"/>
                  <a:pt x="1162244" y="309201"/>
                  <a:pt x="1353724" y="349642"/>
                </a:cubicBezTo>
                <a:cubicBezTo>
                  <a:pt x="1333926" y="250706"/>
                  <a:pt x="1292798" y="159050"/>
                  <a:pt x="1234983" y="79433"/>
                </a:cubicBezTo>
                <a:lnTo>
                  <a:pt x="1163608" y="0"/>
                </a:lnTo>
                <a:lnTo>
                  <a:pt x="1339748" y="0"/>
                </a:lnTo>
                <a:lnTo>
                  <a:pt x="1405271" y="100280"/>
                </a:lnTo>
                <a:cubicBezTo>
                  <a:pt x="1449334" y="182140"/>
                  <a:pt x="1479609" y="271960"/>
                  <a:pt x="1493366" y="366850"/>
                </a:cubicBezTo>
                <a:cubicBezTo>
                  <a:pt x="1493542" y="366905"/>
                  <a:pt x="1493719" y="366910"/>
                  <a:pt x="1493895" y="366914"/>
                </a:cubicBezTo>
                <a:lnTo>
                  <a:pt x="1494460" y="373792"/>
                </a:lnTo>
                <a:cubicBezTo>
                  <a:pt x="1499750" y="404884"/>
                  <a:pt x="1502312" y="436636"/>
                  <a:pt x="1502268" y="468842"/>
                </a:cubicBezTo>
                <a:cubicBezTo>
                  <a:pt x="1503641" y="474631"/>
                  <a:pt x="1503703" y="480458"/>
                  <a:pt x="1503703" y="486299"/>
                </a:cubicBezTo>
                <a:cubicBezTo>
                  <a:pt x="1503703" y="490229"/>
                  <a:pt x="1503674" y="494151"/>
                  <a:pt x="1503082" y="498061"/>
                </a:cubicBezTo>
                <a:lnTo>
                  <a:pt x="1502560" y="498027"/>
                </a:lnTo>
                <a:lnTo>
                  <a:pt x="1502533" y="498535"/>
                </a:lnTo>
                <a:lnTo>
                  <a:pt x="1484625" y="496864"/>
                </a:lnTo>
                <a:cubicBezTo>
                  <a:pt x="1450758" y="496322"/>
                  <a:pt x="1417408" y="493257"/>
                  <a:pt x="1384798" y="487548"/>
                </a:cubicBezTo>
                <a:cubicBezTo>
                  <a:pt x="1378964" y="487979"/>
                  <a:pt x="1373389" y="487004"/>
                  <a:pt x="1367833" y="485964"/>
                </a:cubicBezTo>
                <a:lnTo>
                  <a:pt x="1367712" y="484784"/>
                </a:lnTo>
                <a:cubicBezTo>
                  <a:pt x="1115174" y="443705"/>
                  <a:pt x="899474" y="299632"/>
                  <a:pt x="769992" y="99096"/>
                </a:cubicBezTo>
                <a:close/>
                <a:moveTo>
                  <a:pt x="637843" y="3089525"/>
                </a:moveTo>
                <a:lnTo>
                  <a:pt x="644623" y="3006343"/>
                </a:lnTo>
                <a:lnTo>
                  <a:pt x="645189" y="2999411"/>
                </a:lnTo>
                <a:cubicBezTo>
                  <a:pt x="645364" y="2999406"/>
                  <a:pt x="645542" y="2999401"/>
                  <a:pt x="645717" y="2999346"/>
                </a:cubicBezTo>
                <a:cubicBezTo>
                  <a:pt x="698313" y="2633713"/>
                  <a:pt x="992312" y="2342777"/>
                  <a:pt x="1367711" y="2281230"/>
                </a:cubicBezTo>
                <a:lnTo>
                  <a:pt x="1367833" y="2280040"/>
                </a:lnTo>
                <a:cubicBezTo>
                  <a:pt x="1373387" y="2278993"/>
                  <a:pt x="1378961" y="2278011"/>
                  <a:pt x="1384794" y="2278445"/>
                </a:cubicBezTo>
                <a:cubicBezTo>
                  <a:pt x="1417415" y="2272687"/>
                  <a:pt x="1450779" y="2269598"/>
                  <a:pt x="1484657" y="2269052"/>
                </a:cubicBezTo>
                <a:lnTo>
                  <a:pt x="1502533" y="2267371"/>
                </a:lnTo>
                <a:lnTo>
                  <a:pt x="1502560" y="2267882"/>
                </a:lnTo>
                <a:lnTo>
                  <a:pt x="1503081" y="2267848"/>
                </a:lnTo>
                <a:lnTo>
                  <a:pt x="1503703" y="2279702"/>
                </a:lnTo>
                <a:cubicBezTo>
                  <a:pt x="1503703" y="2285589"/>
                  <a:pt x="1503641" y="2291461"/>
                  <a:pt x="1502268" y="2297292"/>
                </a:cubicBezTo>
                <a:cubicBezTo>
                  <a:pt x="1502312" y="2329761"/>
                  <a:pt x="1499749" y="2361770"/>
                  <a:pt x="1494457" y="2393114"/>
                </a:cubicBezTo>
                <a:lnTo>
                  <a:pt x="1493894" y="2400032"/>
                </a:lnTo>
                <a:cubicBezTo>
                  <a:pt x="1493716" y="2400037"/>
                  <a:pt x="1493541" y="2400042"/>
                  <a:pt x="1493365" y="2400097"/>
                </a:cubicBezTo>
                <a:cubicBezTo>
                  <a:pt x="1447346" y="2720025"/>
                  <a:pt x="1216500" y="2982764"/>
                  <a:pt x="908018" y="3084683"/>
                </a:cubicBezTo>
                <a:lnTo>
                  <a:pt x="888285" y="3089525"/>
                </a:lnTo>
                <a:close/>
                <a:moveTo>
                  <a:pt x="635382" y="1361522"/>
                </a:moveTo>
                <a:cubicBezTo>
                  <a:pt x="635382" y="1355634"/>
                  <a:pt x="635442" y="1349760"/>
                  <a:pt x="636815" y="1343926"/>
                </a:cubicBezTo>
                <a:cubicBezTo>
                  <a:pt x="636771" y="1311465"/>
                  <a:pt x="639334" y="1279462"/>
                  <a:pt x="644623" y="1248124"/>
                </a:cubicBezTo>
                <a:lnTo>
                  <a:pt x="645189" y="1241192"/>
                </a:lnTo>
                <a:cubicBezTo>
                  <a:pt x="645365" y="1241187"/>
                  <a:pt x="645543" y="1241182"/>
                  <a:pt x="645717" y="1241127"/>
                </a:cubicBezTo>
                <a:cubicBezTo>
                  <a:pt x="698313" y="875493"/>
                  <a:pt x="992312" y="584557"/>
                  <a:pt x="1367711" y="523010"/>
                </a:cubicBezTo>
                <a:lnTo>
                  <a:pt x="1367833" y="521820"/>
                </a:lnTo>
                <a:cubicBezTo>
                  <a:pt x="1373387" y="520774"/>
                  <a:pt x="1378961" y="519792"/>
                  <a:pt x="1384794" y="520226"/>
                </a:cubicBezTo>
                <a:cubicBezTo>
                  <a:pt x="1417415" y="514468"/>
                  <a:pt x="1450779" y="511379"/>
                  <a:pt x="1484657" y="510833"/>
                </a:cubicBezTo>
                <a:lnTo>
                  <a:pt x="1502533" y="509151"/>
                </a:lnTo>
                <a:lnTo>
                  <a:pt x="1502560" y="509663"/>
                </a:lnTo>
                <a:lnTo>
                  <a:pt x="1503081" y="509629"/>
                </a:lnTo>
                <a:lnTo>
                  <a:pt x="1503703" y="521483"/>
                </a:lnTo>
                <a:cubicBezTo>
                  <a:pt x="1503703" y="527369"/>
                  <a:pt x="1503641" y="533241"/>
                  <a:pt x="1502268" y="539073"/>
                </a:cubicBezTo>
                <a:cubicBezTo>
                  <a:pt x="1502312" y="571542"/>
                  <a:pt x="1499749" y="603550"/>
                  <a:pt x="1494457" y="634895"/>
                </a:cubicBezTo>
                <a:lnTo>
                  <a:pt x="1493894" y="641812"/>
                </a:lnTo>
                <a:cubicBezTo>
                  <a:pt x="1493716" y="641818"/>
                  <a:pt x="1493541" y="641823"/>
                  <a:pt x="1493365" y="641878"/>
                </a:cubicBezTo>
                <a:cubicBezTo>
                  <a:pt x="1440771" y="1007510"/>
                  <a:pt x="1146772" y="1298446"/>
                  <a:pt x="771371" y="1359994"/>
                </a:cubicBezTo>
                <a:lnTo>
                  <a:pt x="771250" y="1361184"/>
                </a:lnTo>
                <a:cubicBezTo>
                  <a:pt x="765695" y="1362231"/>
                  <a:pt x="760120" y="1363214"/>
                  <a:pt x="754286" y="1362780"/>
                </a:cubicBezTo>
                <a:cubicBezTo>
                  <a:pt x="721677" y="1368535"/>
                  <a:pt x="688326" y="1371623"/>
                  <a:pt x="654458" y="1372169"/>
                </a:cubicBezTo>
                <a:lnTo>
                  <a:pt x="636551" y="1373854"/>
                </a:lnTo>
                <a:lnTo>
                  <a:pt x="636524" y="1373341"/>
                </a:lnTo>
                <a:lnTo>
                  <a:pt x="636002" y="1373376"/>
                </a:lnTo>
                <a:cubicBezTo>
                  <a:pt x="635410" y="1369436"/>
                  <a:pt x="635382" y="1365482"/>
                  <a:pt x="635382" y="1361522"/>
                </a:cubicBezTo>
                <a:close/>
                <a:moveTo>
                  <a:pt x="635382" y="1411078"/>
                </a:moveTo>
                <a:lnTo>
                  <a:pt x="636003" y="1399317"/>
                </a:lnTo>
                <a:lnTo>
                  <a:pt x="636524" y="1399351"/>
                </a:lnTo>
                <a:lnTo>
                  <a:pt x="636551" y="1398843"/>
                </a:lnTo>
                <a:lnTo>
                  <a:pt x="654426" y="1400511"/>
                </a:lnTo>
                <a:cubicBezTo>
                  <a:pt x="688306" y="1401053"/>
                  <a:pt x="721668" y="1404118"/>
                  <a:pt x="754290" y="1409831"/>
                </a:cubicBezTo>
                <a:cubicBezTo>
                  <a:pt x="760124" y="1409399"/>
                  <a:pt x="765697" y="1410375"/>
                  <a:pt x="771250" y="1411413"/>
                </a:cubicBezTo>
                <a:lnTo>
                  <a:pt x="771372" y="1412593"/>
                </a:lnTo>
                <a:cubicBezTo>
                  <a:pt x="1146772" y="1473657"/>
                  <a:pt x="1440771" y="1762307"/>
                  <a:pt x="1493366" y="2125070"/>
                </a:cubicBezTo>
                <a:cubicBezTo>
                  <a:pt x="1493542" y="2125125"/>
                  <a:pt x="1493718" y="2125130"/>
                  <a:pt x="1493895" y="2125135"/>
                </a:cubicBezTo>
                <a:lnTo>
                  <a:pt x="1494460" y="2132012"/>
                </a:lnTo>
                <a:cubicBezTo>
                  <a:pt x="1499750" y="2163105"/>
                  <a:pt x="1502312" y="2194855"/>
                  <a:pt x="1502268" y="2227062"/>
                </a:cubicBezTo>
                <a:cubicBezTo>
                  <a:pt x="1503641" y="2232850"/>
                  <a:pt x="1503703" y="2238678"/>
                  <a:pt x="1503703" y="2244520"/>
                </a:cubicBezTo>
                <a:cubicBezTo>
                  <a:pt x="1503703" y="2248449"/>
                  <a:pt x="1503674" y="2252372"/>
                  <a:pt x="1503082" y="2256280"/>
                </a:cubicBezTo>
                <a:lnTo>
                  <a:pt x="1502560" y="2256246"/>
                </a:lnTo>
                <a:lnTo>
                  <a:pt x="1502533" y="2256755"/>
                </a:lnTo>
                <a:lnTo>
                  <a:pt x="1484625" y="2255084"/>
                </a:lnTo>
                <a:cubicBezTo>
                  <a:pt x="1450758" y="2254542"/>
                  <a:pt x="1417407" y="2251477"/>
                  <a:pt x="1384798" y="2245767"/>
                </a:cubicBezTo>
                <a:cubicBezTo>
                  <a:pt x="1378964" y="2246198"/>
                  <a:pt x="1373389" y="2245223"/>
                  <a:pt x="1367833" y="2244184"/>
                </a:cubicBezTo>
                <a:lnTo>
                  <a:pt x="1367712" y="2243004"/>
                </a:lnTo>
                <a:cubicBezTo>
                  <a:pt x="992312" y="2181939"/>
                  <a:pt x="698313" y="1893288"/>
                  <a:pt x="645718" y="1530527"/>
                </a:cubicBezTo>
                <a:cubicBezTo>
                  <a:pt x="645544" y="1530472"/>
                  <a:pt x="645367" y="1530468"/>
                  <a:pt x="645190" y="1530463"/>
                </a:cubicBezTo>
                <a:lnTo>
                  <a:pt x="644626" y="1523599"/>
                </a:lnTo>
                <a:cubicBezTo>
                  <a:pt x="639335" y="1492501"/>
                  <a:pt x="636771" y="1460743"/>
                  <a:pt x="636815" y="1428529"/>
                </a:cubicBezTo>
                <a:cubicBezTo>
                  <a:pt x="635442" y="1422743"/>
                  <a:pt x="635382" y="1416918"/>
                  <a:pt x="635382" y="1411078"/>
                </a:cubicBezTo>
                <a:close/>
                <a:moveTo>
                  <a:pt x="0" y="120584"/>
                </a:moveTo>
                <a:lnTo>
                  <a:pt x="0" y="0"/>
                </a:lnTo>
                <a:lnTo>
                  <a:pt x="95071" y="0"/>
                </a:lnTo>
                <a:lnTo>
                  <a:pt x="23697" y="79433"/>
                </a:lnTo>
                <a:close/>
                <a:moveTo>
                  <a:pt x="0" y="459154"/>
                </a:moveTo>
                <a:lnTo>
                  <a:pt x="0" y="322913"/>
                </a:lnTo>
                <a:lnTo>
                  <a:pt x="85961" y="286715"/>
                </a:lnTo>
                <a:cubicBezTo>
                  <a:pt x="198873" y="230513"/>
                  <a:pt x="294715" y="147295"/>
                  <a:pt x="364172" y="45955"/>
                </a:cubicBezTo>
                <a:lnTo>
                  <a:pt x="387426" y="0"/>
                </a:lnTo>
                <a:lnTo>
                  <a:pt x="542918" y="0"/>
                </a:lnTo>
                <a:lnTo>
                  <a:pt x="488688" y="99096"/>
                </a:lnTo>
                <a:cubicBezTo>
                  <a:pt x="380786" y="266209"/>
                  <a:pt x="213011" y="394112"/>
                  <a:pt x="13938" y="455878"/>
                </a:cubicBezTo>
                <a:close/>
                <a:moveTo>
                  <a:pt x="0" y="1108862"/>
                </a:moveTo>
                <a:lnTo>
                  <a:pt x="0" y="893255"/>
                </a:lnTo>
                <a:lnTo>
                  <a:pt x="33376" y="945052"/>
                </a:lnTo>
                <a:cubicBezTo>
                  <a:pt x="138130" y="1084176"/>
                  <a:pt x="293395" y="1185481"/>
                  <a:pt x="473320" y="1223782"/>
                </a:cubicBezTo>
                <a:cubicBezTo>
                  <a:pt x="424556" y="978162"/>
                  <a:pt x="246384" y="777056"/>
                  <a:pt x="9746" y="689563"/>
                </a:cubicBezTo>
                <a:lnTo>
                  <a:pt x="0" y="686740"/>
                </a:lnTo>
                <a:lnTo>
                  <a:pt x="0" y="549764"/>
                </a:lnTo>
                <a:lnTo>
                  <a:pt x="27617" y="556541"/>
                </a:lnTo>
                <a:cubicBezTo>
                  <a:pt x="336096" y="658459"/>
                  <a:pt x="566943" y="921197"/>
                  <a:pt x="612962" y="1241127"/>
                </a:cubicBezTo>
                <a:cubicBezTo>
                  <a:pt x="613138" y="1241182"/>
                  <a:pt x="613315" y="1241187"/>
                  <a:pt x="613492" y="1241192"/>
                </a:cubicBezTo>
                <a:lnTo>
                  <a:pt x="614057" y="1248124"/>
                </a:lnTo>
                <a:cubicBezTo>
                  <a:pt x="619347" y="1279462"/>
                  <a:pt x="621909" y="1311465"/>
                  <a:pt x="621865" y="1343926"/>
                </a:cubicBezTo>
                <a:cubicBezTo>
                  <a:pt x="623237" y="1349760"/>
                  <a:pt x="623299" y="1355634"/>
                  <a:pt x="623299" y="1361522"/>
                </a:cubicBezTo>
                <a:cubicBezTo>
                  <a:pt x="623299" y="1365482"/>
                  <a:pt x="623271" y="1369436"/>
                  <a:pt x="622679" y="1373376"/>
                </a:cubicBezTo>
                <a:lnTo>
                  <a:pt x="622157" y="1373341"/>
                </a:lnTo>
                <a:lnTo>
                  <a:pt x="622129" y="1373854"/>
                </a:lnTo>
                <a:lnTo>
                  <a:pt x="604221" y="1372169"/>
                </a:lnTo>
                <a:cubicBezTo>
                  <a:pt x="570354" y="1371623"/>
                  <a:pt x="537004" y="1368535"/>
                  <a:pt x="504394" y="1362780"/>
                </a:cubicBezTo>
                <a:cubicBezTo>
                  <a:pt x="498560" y="1363214"/>
                  <a:pt x="492985" y="1362231"/>
                  <a:pt x="487429" y="1361184"/>
                </a:cubicBezTo>
                <a:lnTo>
                  <a:pt x="487308" y="1359994"/>
                </a:lnTo>
                <a:cubicBezTo>
                  <a:pt x="299609" y="1329221"/>
                  <a:pt x="132258" y="1241100"/>
                  <a:pt x="5260" y="1114967"/>
                </a:cubicBezTo>
                <a:close/>
                <a:moveTo>
                  <a:pt x="0" y="2216459"/>
                </a:moveTo>
                <a:lnTo>
                  <a:pt x="0" y="2080559"/>
                </a:lnTo>
                <a:lnTo>
                  <a:pt x="9744" y="2077760"/>
                </a:lnTo>
                <a:cubicBezTo>
                  <a:pt x="246382" y="1990953"/>
                  <a:pt x="424553" y="1791426"/>
                  <a:pt x="473318" y="1547735"/>
                </a:cubicBezTo>
                <a:cubicBezTo>
                  <a:pt x="293393" y="1585736"/>
                  <a:pt x="138127" y="1686244"/>
                  <a:pt x="33374" y="1824276"/>
                </a:cubicBezTo>
                <a:lnTo>
                  <a:pt x="0" y="1875663"/>
                </a:lnTo>
                <a:lnTo>
                  <a:pt x="0" y="1661750"/>
                </a:lnTo>
                <a:lnTo>
                  <a:pt x="5257" y="1655695"/>
                </a:lnTo>
                <a:cubicBezTo>
                  <a:pt x="132256" y="1530554"/>
                  <a:pt x="299606" y="1443125"/>
                  <a:pt x="487305" y="1412593"/>
                </a:cubicBezTo>
                <a:lnTo>
                  <a:pt x="487427" y="1411413"/>
                </a:lnTo>
                <a:cubicBezTo>
                  <a:pt x="492981" y="1410375"/>
                  <a:pt x="498555" y="1409399"/>
                  <a:pt x="504388" y="1409831"/>
                </a:cubicBezTo>
                <a:cubicBezTo>
                  <a:pt x="537009" y="1404118"/>
                  <a:pt x="570373" y="1401053"/>
                  <a:pt x="604251" y="1400511"/>
                </a:cubicBezTo>
                <a:lnTo>
                  <a:pt x="622127" y="1398843"/>
                </a:lnTo>
                <a:lnTo>
                  <a:pt x="622154" y="1399351"/>
                </a:lnTo>
                <a:lnTo>
                  <a:pt x="622675" y="1399317"/>
                </a:lnTo>
                <a:lnTo>
                  <a:pt x="623297" y="1411078"/>
                </a:lnTo>
                <a:cubicBezTo>
                  <a:pt x="623297" y="1416918"/>
                  <a:pt x="623235" y="1422743"/>
                  <a:pt x="621863" y="1428529"/>
                </a:cubicBezTo>
                <a:cubicBezTo>
                  <a:pt x="621907" y="1460743"/>
                  <a:pt x="619344" y="1492501"/>
                  <a:pt x="614051" y="1523599"/>
                </a:cubicBezTo>
                <a:lnTo>
                  <a:pt x="613488" y="1530463"/>
                </a:lnTo>
                <a:cubicBezTo>
                  <a:pt x="613311" y="1530468"/>
                  <a:pt x="613135" y="1530472"/>
                  <a:pt x="612959" y="1530527"/>
                </a:cubicBezTo>
                <a:cubicBezTo>
                  <a:pt x="566940" y="1847943"/>
                  <a:pt x="336094" y="2108619"/>
                  <a:pt x="27613" y="2209736"/>
                </a:cubicBezTo>
                <a:close/>
                <a:moveTo>
                  <a:pt x="0" y="2867081"/>
                </a:moveTo>
                <a:lnTo>
                  <a:pt x="0" y="2651475"/>
                </a:lnTo>
                <a:lnTo>
                  <a:pt x="33376" y="2703272"/>
                </a:lnTo>
                <a:cubicBezTo>
                  <a:pt x="138130" y="2842396"/>
                  <a:pt x="293395" y="2943700"/>
                  <a:pt x="473320" y="2982001"/>
                </a:cubicBezTo>
                <a:cubicBezTo>
                  <a:pt x="424556" y="2736382"/>
                  <a:pt x="246384" y="2535275"/>
                  <a:pt x="9746" y="2447782"/>
                </a:cubicBezTo>
                <a:lnTo>
                  <a:pt x="0" y="2444960"/>
                </a:lnTo>
                <a:lnTo>
                  <a:pt x="0" y="2307984"/>
                </a:lnTo>
                <a:lnTo>
                  <a:pt x="27617" y="2314760"/>
                </a:lnTo>
                <a:cubicBezTo>
                  <a:pt x="336096" y="2416678"/>
                  <a:pt x="566943" y="2679417"/>
                  <a:pt x="612962" y="2999346"/>
                </a:cubicBezTo>
                <a:cubicBezTo>
                  <a:pt x="613138" y="2999401"/>
                  <a:pt x="613315" y="2999406"/>
                  <a:pt x="613492" y="2999411"/>
                </a:cubicBezTo>
                <a:lnTo>
                  <a:pt x="614056" y="3006343"/>
                </a:lnTo>
                <a:lnTo>
                  <a:pt x="620836" y="3089525"/>
                </a:lnTo>
                <a:lnTo>
                  <a:pt x="370396" y="3089525"/>
                </a:lnTo>
                <a:lnTo>
                  <a:pt x="350661" y="3084682"/>
                </a:lnTo>
                <a:cubicBezTo>
                  <a:pt x="218455" y="3041003"/>
                  <a:pt x="100509" y="2967785"/>
                  <a:pt x="5260" y="2873187"/>
                </a:cubicBezTo>
                <a:close/>
              </a:path>
            </a:pathLst>
          </a:cu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3164851" y="965864"/>
            <a:ext cx="5255249" cy="3450370"/>
          </a:xfrm>
        </p:spPr>
        <p:txBody>
          <a:bodyPr anchor="b">
            <a:normAutofit/>
          </a:bodyPr>
          <a:lstStyle/>
          <a:p>
            <a:r>
              <a:rPr lang="en-US" sz="1700" dirty="0">
                <a:solidFill>
                  <a:srgbClr val="FFFFFF"/>
                </a:solidFill>
              </a:rPr>
              <a:t>Voice recognition (V key)</a:t>
            </a:r>
          </a:p>
          <a:p>
            <a:r>
              <a:rPr lang="en-US" sz="1700" dirty="0">
                <a:solidFill>
                  <a:srgbClr val="FFFFFF"/>
                </a:solidFill>
              </a:rPr>
              <a:t>Fuzzy semantic search for queries</a:t>
            </a:r>
          </a:p>
          <a:p>
            <a:r>
              <a:rPr lang="en-US" sz="1700" dirty="0">
                <a:solidFill>
                  <a:srgbClr val="FFFFFF"/>
                </a:solidFill>
              </a:rPr>
              <a:t>Button/link/input recognition (reads label only)</a:t>
            </a:r>
          </a:p>
          <a:p>
            <a:r>
              <a:rPr lang="en-US" sz="1700" dirty="0">
                <a:solidFill>
                  <a:srgbClr val="FFFFFF"/>
                </a:solidFill>
              </a:rPr>
              <a:t>OCR integration for shopping sites</a:t>
            </a:r>
          </a:p>
          <a:p>
            <a:r>
              <a:rPr lang="en-US" sz="1700" dirty="0">
                <a:solidFill>
                  <a:srgbClr val="FFFFFF"/>
                </a:solidFill>
              </a:rPr>
              <a:t>Faster summarization with caching</a:t>
            </a:r>
          </a:p>
          <a:p>
            <a:r>
              <a:rPr lang="en-US" sz="1700" dirty="0">
                <a:solidFill>
                  <a:srgbClr val="FFFFFF"/>
                </a:solidFill>
              </a:rPr>
              <a:t>Stronger matching logic</a:t>
            </a:r>
          </a:p>
        </p:txBody>
      </p:sp>
      <p:cxnSp>
        <p:nvCxnSpPr>
          <p:cNvPr id="14" name="Straight Connector 13">
            <a:extLst>
              <a:ext uri="{FF2B5EF4-FFF2-40B4-BE49-F238E27FC236}">
                <a16:creationId xmlns:a16="http://schemas.microsoft.com/office/drawing/2014/main" id="{99237721-19CF-41B1-AA0A-E1E1A8282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43237" y="4576004"/>
            <a:ext cx="34290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15F1CC53-719A-4763-BF30-5E25A63CEF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68096" y="585216"/>
            <a:ext cx="4550113" cy="1499616"/>
          </a:xfrm>
        </p:spPr>
        <p:txBody>
          <a:bodyPr vert="horz" lIns="91440" tIns="45720" rIns="91440" bIns="45720" rtlCol="0" anchor="ctr">
            <a:normAutofit/>
          </a:bodyPr>
          <a:lstStyle/>
          <a:p>
            <a:r>
              <a:rPr lang="en-US" sz="5000"/>
              <a:t>Architecture Overview</a:t>
            </a:r>
          </a:p>
        </p:txBody>
      </p:sp>
      <p:sp>
        <p:nvSpPr>
          <p:cNvPr id="3" name="Rectangle 2"/>
          <p:cNvSpPr/>
          <p:nvPr/>
        </p:nvSpPr>
        <p:spPr>
          <a:xfrm>
            <a:off x="768096" y="2286000"/>
            <a:ext cx="4550113" cy="4023360"/>
          </a:xfrm>
          <a:prstGeom prst="rect">
            <a:avLst/>
          </a:prstGeom>
        </p:spPr>
        <p:style>
          <a:lnRef idx="1">
            <a:schemeClr val="accent1"/>
          </a:lnRef>
          <a:fillRef idx="3">
            <a:schemeClr val="accent1"/>
          </a:fillRef>
          <a:effectRef idx="2">
            <a:schemeClr val="accent1"/>
          </a:effectRef>
          <a:fontRef idx="minor">
            <a:schemeClr val="lt1"/>
          </a:fontRef>
        </p:style>
        <p:txBody>
          <a:bodyPr vert="horz" lIns="45720" tIns="45720" rIns="45720" bIns="45720" rtlCol="0">
            <a:normAutofit/>
          </a:bodyPr>
          <a:lstStyle/>
          <a:p>
            <a:pPr defTabSz="914400">
              <a:lnSpc>
                <a:spcPct val="90000"/>
              </a:lnSpc>
              <a:spcAft>
                <a:spcPts val="600"/>
              </a:spcAft>
              <a:buClr>
                <a:schemeClr val="accent1"/>
              </a:buClr>
            </a:pPr>
            <a:r>
              <a:rPr lang="en-US">
                <a:solidFill>
                  <a:schemeClr val="tx1"/>
                </a:solidFill>
              </a:rPr>
              <a:t>Content Capture Layer</a:t>
            </a:r>
          </a:p>
          <a:p>
            <a:pPr defTabSz="914400">
              <a:lnSpc>
                <a:spcPct val="90000"/>
              </a:lnSpc>
              <a:spcAft>
                <a:spcPts val="600"/>
              </a:spcAft>
              <a:buClr>
                <a:schemeClr val="accent1"/>
              </a:buClr>
            </a:pPr>
            <a:r>
              <a:rPr lang="en-US">
                <a:solidFill>
                  <a:schemeClr val="tx1"/>
                </a:solidFill>
              </a:rPr>
              <a:t>(DOM + OCR)</a:t>
            </a:r>
          </a:p>
        </p:txBody>
      </p:sp>
      <p:pic>
        <p:nvPicPr>
          <p:cNvPr id="9" name="Picture 8" descr="Exterior windows of a building">
            <a:extLst>
              <a:ext uri="{FF2B5EF4-FFF2-40B4-BE49-F238E27FC236}">
                <a16:creationId xmlns:a16="http://schemas.microsoft.com/office/drawing/2014/main" id="{203B4962-3D62-EDE6-798B-06D60169D4A2}"/>
              </a:ext>
            </a:extLst>
          </p:cNvPr>
          <p:cNvPicPr>
            <a:picLocks noChangeAspect="1"/>
          </p:cNvPicPr>
          <p:nvPr/>
        </p:nvPicPr>
        <p:blipFill>
          <a:blip r:embed="rId2"/>
          <a:srcRect l="30613" r="31332"/>
          <a:stretch>
            <a:fillRect/>
          </a:stretch>
        </p:blipFill>
        <p:spPr>
          <a:xfrm>
            <a:off x="5664199" y="10"/>
            <a:ext cx="3479800" cy="6857990"/>
          </a:xfrm>
          <a:prstGeom prst="rect">
            <a:avLst/>
          </a:prstGeom>
        </p:spPr>
      </p:pic>
      <p:sp>
        <p:nvSpPr>
          <p:cNvPr id="4" name="Rectangle 3"/>
          <p:cNvSpPr/>
          <p:nvPr/>
        </p:nvSpPr>
        <p:spPr>
          <a:xfrm>
            <a:off x="457200" y="2286000"/>
            <a:ext cx="3657600" cy="640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a:t>NLP Layer</a:t>
            </a:r>
          </a:p>
          <a:p>
            <a:pPr>
              <a:spcAft>
                <a:spcPts val="600"/>
              </a:spcAft>
            </a:pPr>
            <a:r>
              <a:rPr lang="en-US"/>
              <a:t>(Summarization + Ranking)</a:t>
            </a:r>
          </a:p>
        </p:txBody>
      </p:sp>
      <p:sp>
        <p:nvSpPr>
          <p:cNvPr id="5" name="Rectangle 4"/>
          <p:cNvSpPr/>
          <p:nvPr/>
        </p:nvSpPr>
        <p:spPr>
          <a:xfrm>
            <a:off x="457200" y="3200400"/>
            <a:ext cx="3657600" cy="640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a:t>Voice Interaction Layer</a:t>
            </a:r>
          </a:p>
          <a:p>
            <a:pPr>
              <a:spcAft>
                <a:spcPts val="600"/>
              </a:spcAft>
            </a:pPr>
            <a:r>
              <a:rPr lang="en-US"/>
              <a:t>(Speech Recognition + Fuzzy Search)</a:t>
            </a:r>
          </a:p>
        </p:txBody>
      </p:sp>
      <p:sp>
        <p:nvSpPr>
          <p:cNvPr id="6" name="Rectangle 5"/>
          <p:cNvSpPr/>
          <p:nvPr/>
        </p:nvSpPr>
        <p:spPr>
          <a:xfrm>
            <a:off x="457200" y="4114800"/>
            <a:ext cx="3657600" cy="640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a:t>Output Layer</a:t>
            </a:r>
          </a:p>
          <a:p>
            <a:pPr>
              <a:spcAft>
                <a:spcPts val="600"/>
              </a:spcAft>
            </a:pPr>
            <a:r>
              <a:rPr lang="en-US"/>
              <a:t>(Overlay UI + TTS)</a:t>
            </a:r>
          </a:p>
        </p:txBody>
      </p:sp>
      <p:sp>
        <p:nvSpPr>
          <p:cNvPr id="7" name="Rectangle 6"/>
          <p:cNvSpPr/>
          <p:nvPr/>
        </p:nvSpPr>
        <p:spPr>
          <a:xfrm>
            <a:off x="457200" y="5029200"/>
            <a:ext cx="3657600" cy="6400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a:t>Browser Extension Shell</a:t>
            </a:r>
          </a:p>
          <a:p>
            <a:pPr>
              <a:spcAft>
                <a:spcPts val="600"/>
              </a:spcAft>
            </a:pPr>
            <a:r>
              <a:rPr lang="en-US"/>
              <a:t>(Manifest V3)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System Workflow</a:t>
            </a:r>
          </a:p>
        </p:txBody>
      </p:sp>
      <p:sp>
        <p:nvSpPr>
          <p:cNvPr id="3" name="Content Placeholder 2"/>
          <p:cNvSpPr>
            <a:spLocks noGrp="1"/>
          </p:cNvSpPr>
          <p:nvPr>
            <p:ph idx="1"/>
          </p:nvPr>
        </p:nvSpPr>
        <p:spPr>
          <a:xfrm>
            <a:off x="768096" y="2286000"/>
            <a:ext cx="4550113" cy="4023360"/>
          </a:xfrm>
        </p:spPr>
        <p:txBody>
          <a:bodyPr>
            <a:normAutofit/>
          </a:bodyPr>
          <a:lstStyle/>
          <a:p>
            <a:r>
              <a:t>1. Extract webpage text → clean noise</a:t>
            </a:r>
          </a:p>
          <a:p>
            <a:r>
              <a:t>2. Summarize paragraph or section</a:t>
            </a:r>
          </a:p>
          <a:p>
            <a:r>
              <a:t>3. Display overlay preview</a:t>
            </a:r>
          </a:p>
          <a:p>
            <a:r>
              <a:t>4. Speak via TTS</a:t>
            </a:r>
          </a:p>
          <a:p>
            <a:r>
              <a:t>5. User interacts via:</a:t>
            </a:r>
          </a:p>
          <a:p>
            <a:r>
              <a:t>   • Hover</a:t>
            </a:r>
          </a:p>
          <a:p>
            <a:r>
              <a:t>   • Keyboard shortcuts</a:t>
            </a:r>
          </a:p>
          <a:p>
            <a:r>
              <a:t>   • Voice commands</a:t>
            </a:r>
          </a:p>
          <a:p>
            <a:r>
              <a:t>6. OCR enriches text when required</a:t>
            </a:r>
          </a:p>
        </p:txBody>
      </p:sp>
      <p:pic>
        <p:nvPicPr>
          <p:cNvPr id="5" name="Picture 4" descr="Computer script on a screen">
            <a:extLst>
              <a:ext uri="{FF2B5EF4-FFF2-40B4-BE49-F238E27FC236}">
                <a16:creationId xmlns:a16="http://schemas.microsoft.com/office/drawing/2014/main" id="{14FF0471-39C3-E446-F06C-B79385B93E1F}"/>
              </a:ext>
            </a:extLst>
          </p:cNvPr>
          <p:cNvPicPr>
            <a:picLocks noChangeAspect="1"/>
          </p:cNvPicPr>
          <p:nvPr/>
        </p:nvPicPr>
        <p:blipFill>
          <a:blip r:embed="rId2"/>
          <a:srcRect l="13179" r="52951" b="-1"/>
          <a:stretch>
            <a:fillRect/>
          </a:stretch>
        </p:blipFill>
        <p:spPr>
          <a:xfrm>
            <a:off x="5664199" y="10"/>
            <a:ext cx="3479800" cy="68579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FB7AEF-EBE4-4D09-8CB7-8EABCB3B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FAFEBEB-E7DF-4119-99EC-3C2C5F3C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4266015" cy="621453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748" y="965200"/>
            <a:ext cx="3517454" cy="4815596"/>
          </a:xfrm>
        </p:spPr>
        <p:txBody>
          <a:bodyPr>
            <a:normAutofit/>
          </a:bodyPr>
          <a:lstStyle/>
          <a:p>
            <a:pPr algn="r"/>
            <a:r>
              <a:rPr lang="en-US">
                <a:solidFill>
                  <a:srgbClr val="FFFFFF"/>
                </a:solidFill>
              </a:rPr>
              <a:t>OCR Integration</a:t>
            </a:r>
          </a:p>
        </p:txBody>
      </p:sp>
      <p:sp>
        <p:nvSpPr>
          <p:cNvPr id="12" name="Rectangle 11">
            <a:extLst>
              <a:ext uri="{FF2B5EF4-FFF2-40B4-BE49-F238E27FC236}">
                <a16:creationId xmlns:a16="http://schemas.microsoft.com/office/drawing/2014/main" id="{8E25F227-C9F5-44BC-8ECE-188763D8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2325" y="321732"/>
            <a:ext cx="4270376"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95798" y="974875"/>
            <a:ext cx="3543430" cy="4852362"/>
          </a:xfrm>
        </p:spPr>
        <p:txBody>
          <a:bodyPr anchor="ctr">
            <a:normAutofit/>
          </a:bodyPr>
          <a:lstStyle/>
          <a:p>
            <a:r>
              <a:rPr lang="en-US" dirty="0">
                <a:solidFill>
                  <a:srgbClr val="FFFFFF"/>
                </a:solidFill>
              </a:rPr>
              <a:t> Shopping/product sites use image-based text</a:t>
            </a:r>
          </a:p>
          <a:p>
            <a:r>
              <a:rPr lang="en-US" dirty="0">
                <a:solidFill>
                  <a:srgbClr val="FFFFFF"/>
                </a:solidFill>
              </a:rPr>
              <a:t> OCR (Tesseract.js) extracts text from images</a:t>
            </a:r>
          </a:p>
          <a:p>
            <a:r>
              <a:rPr lang="en-US" dirty="0">
                <a:solidFill>
                  <a:srgbClr val="FFFFFF"/>
                </a:solidFill>
              </a:rPr>
              <a:t> Merged with DOM text → summarized → spoken</a:t>
            </a:r>
          </a:p>
          <a:p>
            <a:r>
              <a:rPr lang="en-US" dirty="0">
                <a:solidFill>
                  <a:srgbClr val="FFFFFF"/>
                </a:solidFill>
              </a:rPr>
              <a:t> Improves accuracy for Amazon-like sites</a:t>
            </a:r>
          </a:p>
        </p:txBody>
      </p:sp>
    </p:spTree>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09556B-EAE9-4435-B409-0519F2CB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64199" cy="6858000"/>
          </a:xfrm>
          <a:prstGeom prst="rect">
            <a:avLst/>
          </a:prstGeom>
          <a:solidFill>
            <a:srgbClr val="5E4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585216"/>
            <a:ext cx="4505270" cy="1499616"/>
          </a:xfrm>
        </p:spPr>
        <p:txBody>
          <a:bodyPr>
            <a:normAutofit/>
          </a:bodyPr>
          <a:lstStyle/>
          <a:p>
            <a:r>
              <a:rPr lang="en-US">
                <a:solidFill>
                  <a:srgbClr val="FFFFFF"/>
                </a:solidFill>
              </a:rPr>
              <a:t>Voice Navigation</a:t>
            </a:r>
          </a:p>
        </p:txBody>
      </p:sp>
      <p:cxnSp>
        <p:nvCxnSpPr>
          <p:cNvPr id="11" name="Straight Connector 10">
            <a:extLst>
              <a:ext uri="{FF2B5EF4-FFF2-40B4-BE49-F238E27FC236}">
                <a16:creationId xmlns:a16="http://schemas.microsoft.com/office/drawing/2014/main" id="{5814CCBE-423E-41B2-A9F3-82679F490E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8096" y="2286000"/>
            <a:ext cx="4505270" cy="4023360"/>
          </a:xfrm>
        </p:spPr>
        <p:txBody>
          <a:bodyPr>
            <a:normAutofit/>
          </a:bodyPr>
          <a:lstStyle/>
          <a:p>
            <a:r>
              <a:rPr lang="en-US" dirty="0">
                <a:solidFill>
                  <a:srgbClr val="FFFFFF"/>
                </a:solidFill>
              </a:rPr>
              <a:t> Press V to activate voice recognition</a:t>
            </a:r>
          </a:p>
          <a:p>
            <a:r>
              <a:rPr lang="en-US" dirty="0">
                <a:solidFill>
                  <a:srgbClr val="FFFFFF"/>
                </a:solidFill>
              </a:rPr>
              <a:t> NLP + fuzzy matching improves section detection</a:t>
            </a:r>
          </a:p>
          <a:p>
            <a:r>
              <a:rPr lang="en-US" dirty="0">
                <a:solidFill>
                  <a:srgbClr val="FFFFFF"/>
                </a:solidFill>
              </a:rPr>
              <a:t> System scrolls to best matching section and reads aloud</a:t>
            </a:r>
          </a:p>
          <a:p>
            <a:r>
              <a:rPr lang="en-US" dirty="0">
                <a:solidFill>
                  <a:srgbClr val="FFFFFF"/>
                </a:solidFill>
              </a:rPr>
              <a:t> Handles queries like:</a:t>
            </a:r>
          </a:p>
          <a:p>
            <a:r>
              <a:rPr lang="en-US" dirty="0">
                <a:solidFill>
                  <a:srgbClr val="FFFFFF"/>
                </a:solidFill>
              </a:rPr>
              <a:t>  'early life', 'spouse details', 'cheapest option'</a:t>
            </a:r>
          </a:p>
        </p:txBody>
      </p:sp>
      <p:pic>
        <p:nvPicPr>
          <p:cNvPr id="5" name="Picture 4" descr="Close-up of a silver vintage microphone">
            <a:extLst>
              <a:ext uri="{FF2B5EF4-FFF2-40B4-BE49-F238E27FC236}">
                <a16:creationId xmlns:a16="http://schemas.microsoft.com/office/drawing/2014/main" id="{18F8EA4E-0BF0-9C20-1C8A-F0F1F19F2188}"/>
              </a:ext>
            </a:extLst>
          </p:cNvPr>
          <p:cNvPicPr>
            <a:picLocks noChangeAspect="1"/>
          </p:cNvPicPr>
          <p:nvPr/>
        </p:nvPicPr>
        <p:blipFill>
          <a:blip r:embed="rId2"/>
          <a:srcRect l="36331" r="30053" b="-1"/>
          <a:stretch>
            <a:fillRect/>
          </a:stretch>
        </p:blipFill>
        <p:spPr>
          <a:xfrm>
            <a:off x="5664199" y="10"/>
            <a:ext cx="3479801" cy="6857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068B1C-1A28-475A-A0E0-4C23200D8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804333"/>
            <a:ext cx="3718717" cy="5249334"/>
          </a:xfrm>
        </p:spPr>
        <p:txBody>
          <a:bodyPr>
            <a:normAutofit/>
          </a:bodyPr>
          <a:lstStyle/>
          <a:p>
            <a:pPr algn="r"/>
            <a:r>
              <a:rPr lang="en-US">
                <a:solidFill>
                  <a:schemeClr val="bg1"/>
                </a:solidFill>
              </a:rPr>
              <a:t>Version Comparison</a:t>
            </a:r>
          </a:p>
        </p:txBody>
      </p:sp>
      <p:sp>
        <p:nvSpPr>
          <p:cNvPr id="10" name="Rectangle 9">
            <a:extLst>
              <a:ext uri="{FF2B5EF4-FFF2-40B4-BE49-F238E27FC236}">
                <a16:creationId xmlns:a16="http://schemas.microsoft.com/office/drawing/2014/main" id="{6D428773-F789-43B7-B5FD-AE49E5BD2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33950" y="804333"/>
            <a:ext cx="3848100" cy="5249334"/>
          </a:xfrm>
        </p:spPr>
        <p:txBody>
          <a:bodyPr anchor="ctr">
            <a:normAutofit/>
          </a:bodyPr>
          <a:lstStyle/>
          <a:p>
            <a:r>
              <a:rPr lang="en-US" dirty="0">
                <a:solidFill>
                  <a:srgbClr val="FFFFFF"/>
                </a:solidFill>
              </a:rPr>
              <a:t>Version 1:</a:t>
            </a:r>
          </a:p>
          <a:p>
            <a:r>
              <a:rPr lang="en-US" dirty="0">
                <a:solidFill>
                  <a:srgbClr val="FFFFFF"/>
                </a:solidFill>
              </a:rPr>
              <a:t> Summarization</a:t>
            </a:r>
          </a:p>
          <a:p>
            <a:r>
              <a:rPr lang="en-US" dirty="0">
                <a:solidFill>
                  <a:srgbClr val="FFFFFF"/>
                </a:solidFill>
              </a:rPr>
              <a:t> Hover reading</a:t>
            </a:r>
          </a:p>
          <a:p>
            <a:r>
              <a:rPr lang="en-US" dirty="0">
                <a:solidFill>
                  <a:srgbClr val="FFFFFF"/>
                </a:solidFill>
              </a:rPr>
              <a:t> TTS</a:t>
            </a:r>
          </a:p>
          <a:p>
            <a:endParaRPr lang="en-US" dirty="0">
              <a:solidFill>
                <a:srgbClr val="FFFFFF"/>
              </a:solidFill>
            </a:endParaRPr>
          </a:p>
          <a:p>
            <a:r>
              <a:rPr lang="en-US" dirty="0">
                <a:solidFill>
                  <a:srgbClr val="FFFFFF"/>
                </a:solidFill>
              </a:rPr>
              <a:t>Version 2:</a:t>
            </a:r>
          </a:p>
          <a:p>
            <a:r>
              <a:rPr lang="en-US" dirty="0">
                <a:solidFill>
                  <a:srgbClr val="FFFFFF"/>
                </a:solidFill>
              </a:rPr>
              <a:t> Voice commands</a:t>
            </a:r>
          </a:p>
          <a:p>
            <a:r>
              <a:rPr lang="en-US" dirty="0">
                <a:solidFill>
                  <a:srgbClr val="FFFFFF"/>
                </a:solidFill>
              </a:rPr>
              <a:t> OCR</a:t>
            </a:r>
          </a:p>
          <a:p>
            <a:r>
              <a:rPr lang="en-US" dirty="0">
                <a:solidFill>
                  <a:srgbClr val="FFFFFF"/>
                </a:solidFill>
              </a:rPr>
              <a:t> Advanced matching</a:t>
            </a:r>
          </a:p>
          <a:p>
            <a:r>
              <a:rPr lang="en-US" dirty="0">
                <a:solidFill>
                  <a:srgbClr val="FFFFFF"/>
                </a:solidFill>
              </a:rPr>
              <a:t> Interactive element handling</a:t>
            </a:r>
          </a:p>
          <a:p>
            <a:r>
              <a:rPr lang="en-US" dirty="0">
                <a:solidFill>
                  <a:srgbClr val="FFFFFF"/>
                </a:solidFill>
              </a:rPr>
              <a:t> Improved speed and accuracy</a:t>
            </a:r>
          </a:p>
        </p:txBody>
      </p:sp>
    </p:spTree>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Results</a:t>
            </a:r>
          </a:p>
        </p:txBody>
      </p:sp>
      <p:graphicFrame>
        <p:nvGraphicFramePr>
          <p:cNvPr id="5" name="Content Placeholder 2">
            <a:extLst>
              <a:ext uri="{FF2B5EF4-FFF2-40B4-BE49-F238E27FC236}">
                <a16:creationId xmlns:a16="http://schemas.microsoft.com/office/drawing/2014/main" id="{BB6BFBAF-8700-6830-990A-C80478E10160}"/>
              </a:ext>
            </a:extLst>
          </p:cNvPr>
          <p:cNvGraphicFramePr>
            <a:graphicFrameLocks noGrp="1"/>
          </p:cNvGraphicFramePr>
          <p:nvPr>
            <p:ph idx="1"/>
            <p:extLst>
              <p:ext uri="{D42A27DB-BD31-4B8C-83A1-F6EECF244321}">
                <p14:modId xmlns:p14="http://schemas.microsoft.com/office/powerpoint/2010/main" val="598194626"/>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Conclusion</a:t>
            </a:r>
          </a:p>
        </p:txBody>
      </p:sp>
      <p:graphicFrame>
        <p:nvGraphicFramePr>
          <p:cNvPr id="7" name="Content Placeholder 2">
            <a:extLst>
              <a:ext uri="{FF2B5EF4-FFF2-40B4-BE49-F238E27FC236}">
                <a16:creationId xmlns:a16="http://schemas.microsoft.com/office/drawing/2014/main" id="{FE3F3456-3A9B-FF53-0498-FF2DA68581BF}"/>
              </a:ext>
            </a:extLst>
          </p:cNvPr>
          <p:cNvGraphicFramePr>
            <a:graphicFrameLocks noGrp="1"/>
          </p:cNvGraphicFramePr>
          <p:nvPr>
            <p:ph idx="1"/>
            <p:extLst>
              <p:ext uri="{D42A27DB-BD31-4B8C-83A1-F6EECF244321}">
                <p14:modId xmlns:p14="http://schemas.microsoft.com/office/powerpoint/2010/main" val="1548614906"/>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26</TotalTime>
  <Words>684</Words>
  <Application>Microsoft Office PowerPoint</Application>
  <PresentationFormat>On-screen Show (4:3)</PresentationFormat>
  <Paragraphs>104</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Squada One</vt:lpstr>
      <vt:lpstr>Tw Cen MT</vt:lpstr>
      <vt:lpstr>Tw Cen MT Condensed</vt:lpstr>
      <vt:lpstr>Wingdings 3</vt:lpstr>
      <vt:lpstr>Integral</vt:lpstr>
      <vt:lpstr>WEB CONTENT SUMMARIZATION &amp; ACCESSIBILITY WITH VOICE OUTPUT</vt:lpstr>
      <vt:lpstr>TABLE OF CONTENTS</vt:lpstr>
      <vt:lpstr>ABSTRACT</vt:lpstr>
      <vt:lpstr>INTRODUCTION </vt:lpstr>
      <vt:lpstr>Motivation</vt:lpstr>
      <vt:lpstr>Core Idea</vt:lpstr>
      <vt:lpstr>WORK PLAN </vt:lpstr>
      <vt:lpstr>Version 1 – Foundation</vt:lpstr>
      <vt:lpstr>Version 2 – Enhancements</vt:lpstr>
      <vt:lpstr>Architecture Overview</vt:lpstr>
      <vt:lpstr>System Workflow</vt:lpstr>
      <vt:lpstr>OCR Integration</vt:lpstr>
      <vt:lpstr>Voice Navigation</vt:lpstr>
      <vt:lpstr>Version Comparison</vt:lpstr>
      <vt:lpstr>Results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Suhas Panuganti</dc:creator>
  <cp:keywords/>
  <dc:description>generated using python-pptx</dc:description>
  <cp:lastModifiedBy>PANUGANTI, SUHAS</cp:lastModifiedBy>
  <cp:revision>3</cp:revision>
  <dcterms:created xsi:type="dcterms:W3CDTF">2013-01-27T09:14:16Z</dcterms:created>
  <dcterms:modified xsi:type="dcterms:W3CDTF">2025-12-10T21:45:14Z</dcterms:modified>
  <cp:category/>
</cp:coreProperties>
</file>